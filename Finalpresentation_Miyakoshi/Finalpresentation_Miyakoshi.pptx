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2"/>
  </p:notesMasterIdLst>
  <p:handoutMasterIdLst>
    <p:handoutMasterId r:id="rId13"/>
  </p:handoutMasterIdLst>
  <p:sldIdLst>
    <p:sldId id="312" r:id="rId5"/>
    <p:sldId id="318" r:id="rId6"/>
    <p:sldId id="313" r:id="rId7"/>
    <p:sldId id="314" r:id="rId8"/>
    <p:sldId id="315" r:id="rId9"/>
    <p:sldId id="316" r:id="rId10"/>
    <p:sldId id="317" r:id="rId11"/>
  </p:sldIdLst>
  <p:sldSz cx="12192000" cy="6858000"/>
  <p:notesSz cx="13716000" cy="24384000"/>
  <p:defaultTextStyle>
    <a:defPPr rtl="0">
      <a:defRPr lang="ja-JP"/>
    </a:defPPr>
    <a:lvl1pPr marL="0" algn="l" defTabSz="4572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C4E9"/>
    <a:srgbClr val="202C8F"/>
    <a:srgbClr val="FDFBF6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992896-00EE-49F1-8B87-D05B744047F9}" v="30" dt="2026-02-01T01:19:35.233"/>
    <p1510:client id="{331D5191-886A-4426-B131-9CEC765FB325}" v="34" dt="2026-01-30T06:20:46.094"/>
    <p1510:client id="{3E2406BF-D3C5-4AE8-9EDC-10E587A08911}" v="59" dt="2026-02-01T01:23:37.489"/>
    <p1510:client id="{AE8ECB5F-2E47-4FEC-AA0B-D1CF0D0433A1}" v="196" dt="2026-02-01T05:57:24.688"/>
    <p1510:client id="{C539E8AA-7F47-428E-B332-D4D35B23D678}" v="49" dt="2026-02-01T01:24:18.060"/>
    <p1510:client id="{E09467BD-4586-407F-8D32-BC4BBEA99F77}" v="438" dt="2026-02-01T02:05:24.573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21_宮腰眞路_旭川" userId="S::e212131@asahikawa.kosen-ac.jp::bb1887a2-6bd2-41c6-9d5e-22b8ac058c35" providerId="AD" clId="Web-{E0D74253-13C0-4CE0-96F7-B9187602E9E4}"/>
    <pc:docChg chg="modSld">
      <pc:chgData name="E21_宮腰眞路_旭川" userId="S::e212131@asahikawa.kosen-ac.jp::bb1887a2-6bd2-41c6-9d5e-22b8ac058c35" providerId="AD" clId="Web-{E0D74253-13C0-4CE0-96F7-B9187602E9E4}" dt="2026-01-30T02:28:14.563" v="16"/>
      <pc:docMkLst>
        <pc:docMk/>
      </pc:docMkLst>
      <pc:sldChg chg="delSp modSp">
        <pc:chgData name="E21_宮腰眞路_旭川" userId="S::e212131@asahikawa.kosen-ac.jp::bb1887a2-6bd2-41c6-9d5e-22b8ac058c35" providerId="AD" clId="Web-{E0D74253-13C0-4CE0-96F7-B9187602E9E4}" dt="2026-01-30T02:28:14.563" v="16"/>
        <pc:sldMkLst>
          <pc:docMk/>
          <pc:sldMk cId="2202437675" sldId="312"/>
        </pc:sldMkLst>
        <pc:spChg chg="mod">
          <ac:chgData name="E21_宮腰眞路_旭川" userId="S::e212131@asahikawa.kosen-ac.jp::bb1887a2-6bd2-41c6-9d5e-22b8ac058c35" providerId="AD" clId="Web-{E0D74253-13C0-4CE0-96F7-B9187602E9E4}" dt="2026-01-30T02:28:10.922" v="15" actId="20577"/>
          <ac:spMkLst>
            <pc:docMk/>
            <pc:sldMk cId="2202437675" sldId="312"/>
            <ac:spMk id="3" creationId="{B1FFEC4A-4607-4AB9-B0EA-5B4C6CA888B8}"/>
          </ac:spMkLst>
        </pc:spChg>
      </pc:sldChg>
    </pc:docChg>
  </pc:docChgLst>
  <pc:docChgLst>
    <pc:chgData name="E21_宮腰眞路_旭川" userId="S::e212131@asahikawa.kosen-ac.jp::bb1887a2-6bd2-41c6-9d5e-22b8ac058c35" providerId="AD" clId="Web-{6F94C608-B72C-4E62-8C36-B0A0A4CACD37}"/>
    <pc:docChg chg="modSld">
      <pc:chgData name="E21_宮腰眞路_旭川" userId="S::e212131@asahikawa.kosen-ac.jp::bb1887a2-6bd2-41c6-9d5e-22b8ac058c35" providerId="AD" clId="Web-{6F94C608-B72C-4E62-8C36-B0A0A4CACD37}" dt="2026-01-28T05:43:59.065" v="3" actId="1076"/>
      <pc:docMkLst>
        <pc:docMk/>
      </pc:docMkLst>
    </pc:docChg>
  </pc:docChgLst>
  <pc:docChgLst>
    <pc:chgData name="E21_宮腰眞路_旭川" userId="S::e212131@asahikawa.kosen-ac.jp::bb1887a2-6bd2-41c6-9d5e-22b8ac058c35" providerId="AD" clId="Web-{6D46C78B-3DBB-47FB-9E5B-BF59B95173DE}"/>
    <pc:docChg chg="modSld">
      <pc:chgData name="E21_宮腰眞路_旭川" userId="S::e212131@asahikawa.kosen-ac.jp::bb1887a2-6bd2-41c6-9d5e-22b8ac058c35" providerId="AD" clId="Web-{6D46C78B-3DBB-47FB-9E5B-BF59B95173DE}" dt="2026-01-27T03:31:35.131" v="189"/>
      <pc:docMkLst>
        <pc:docMk/>
      </pc:docMkLst>
      <pc:sldChg chg="addSp delSp modSp modNotes">
        <pc:chgData name="E21_宮腰眞路_旭川" userId="S::e212131@asahikawa.kosen-ac.jp::bb1887a2-6bd2-41c6-9d5e-22b8ac058c35" providerId="AD" clId="Web-{6D46C78B-3DBB-47FB-9E5B-BF59B95173DE}" dt="2026-01-27T03:28:51.394" v="163" actId="20577"/>
        <pc:sldMkLst>
          <pc:docMk/>
          <pc:sldMk cId="3103840735" sldId="313"/>
        </pc:sldMkLst>
        <pc:spChg chg="add mod">
          <ac:chgData name="E21_宮腰眞路_旭川" userId="S::e212131@asahikawa.kosen-ac.jp::bb1887a2-6bd2-41c6-9d5e-22b8ac058c35" providerId="AD" clId="Web-{6D46C78B-3DBB-47FB-9E5B-BF59B95173DE}" dt="2026-01-27T03:22:50.444" v="142" actId="1076"/>
          <ac:spMkLst>
            <pc:docMk/>
            <pc:sldMk cId="3103840735" sldId="313"/>
            <ac:spMk id="9" creationId="{3E01E228-D8D6-D95A-CA35-C7B97FFB8D42}"/>
          </ac:spMkLst>
        </pc:spChg>
      </pc:sldChg>
    </pc:docChg>
  </pc:docChgLst>
  <pc:docChgLst>
    <pc:chgData name="E21_宮腰眞路_旭川" userId="S::e212131@asahikawa.kosen-ac.jp::bb1887a2-6bd2-41c6-9d5e-22b8ac058c35" providerId="AD" clId="Web-{331D5191-886A-4426-B131-9CEC765FB325}"/>
    <pc:docChg chg="delSld modSld">
      <pc:chgData name="E21_宮腰眞路_旭川" userId="S::e212131@asahikawa.kosen-ac.jp::bb1887a2-6bd2-41c6-9d5e-22b8ac058c35" providerId="AD" clId="Web-{331D5191-886A-4426-B131-9CEC765FB325}" dt="2026-01-30T06:20:46.094" v="33"/>
      <pc:docMkLst>
        <pc:docMk/>
      </pc:docMkLst>
      <pc:sldChg chg="delSp modSp">
        <pc:chgData name="E21_宮腰眞路_旭川" userId="S::e212131@asahikawa.kosen-ac.jp::bb1887a2-6bd2-41c6-9d5e-22b8ac058c35" providerId="AD" clId="Web-{331D5191-886A-4426-B131-9CEC765FB325}" dt="2026-01-30T06:20:46.094" v="33"/>
        <pc:sldMkLst>
          <pc:docMk/>
          <pc:sldMk cId="3103840735" sldId="313"/>
        </pc:sldMkLst>
        <pc:spChg chg="mod">
          <ac:chgData name="E21_宮腰眞路_旭川" userId="S::e212131@asahikawa.kosen-ac.jp::bb1887a2-6bd2-41c6-9d5e-22b8ac058c35" providerId="AD" clId="Web-{331D5191-886A-4426-B131-9CEC765FB325}" dt="2026-01-30T06:20:34.467" v="26" actId="20577"/>
          <ac:spMkLst>
            <pc:docMk/>
            <pc:sldMk cId="3103840735" sldId="313"/>
            <ac:spMk id="13" creationId="{E68EE72F-208F-7E44-4ADD-C55B617F7D97}"/>
          </ac:spMkLst>
        </pc:spChg>
      </pc:sldChg>
    </pc:docChg>
  </pc:docChgLst>
  <pc:docChgLst>
    <pc:chgData name="E21_宮腰眞路_旭川" userId="S::e212131@asahikawa.kosen-ac.jp::bb1887a2-6bd2-41c6-9d5e-22b8ac058c35" providerId="AD" clId="Web-{43886445-88E7-4C1F-B0EC-E3B50FF58B81}"/>
    <pc:docChg chg="modSld">
      <pc:chgData name="E21_宮腰眞路_旭川" userId="S::e212131@asahikawa.kosen-ac.jp::bb1887a2-6bd2-41c6-9d5e-22b8ac058c35" providerId="AD" clId="Web-{43886445-88E7-4C1F-B0EC-E3B50FF58B81}" dt="2026-01-27T02:56:37.428" v="99" actId="20577"/>
      <pc:docMkLst>
        <pc:docMk/>
      </pc:docMkLst>
      <pc:sldChg chg="delSp modSp modNotes">
        <pc:chgData name="E21_宮腰眞路_旭川" userId="S::e212131@asahikawa.kosen-ac.jp::bb1887a2-6bd2-41c6-9d5e-22b8ac058c35" providerId="AD" clId="Web-{43886445-88E7-4C1F-B0EC-E3B50FF58B81}" dt="2026-01-27T02:46:22.748" v="29" actId="1076"/>
        <pc:sldMkLst>
          <pc:docMk/>
          <pc:sldMk cId="3103840735" sldId="313"/>
        </pc:sldMkLst>
      </pc:sldChg>
    </pc:docChg>
  </pc:docChgLst>
  <pc:docChgLst>
    <pc:chgData name="E21_宮腰眞路_旭川" userId="S::e212131@asahikawa.kosen-ac.jp::bb1887a2-6bd2-41c6-9d5e-22b8ac058c35" providerId="AD" clId="Web-{630759C5-D79C-4843-92A7-C6D510BD825E}"/>
    <pc:docChg chg="modSld sldOrd">
      <pc:chgData name="E21_宮腰眞路_旭川" userId="S::e212131@asahikawa.kosen-ac.jp::bb1887a2-6bd2-41c6-9d5e-22b8ac058c35" providerId="AD" clId="Web-{630759C5-D79C-4843-92A7-C6D510BD825E}" dt="2026-01-27T01:18:44.533" v="250"/>
      <pc:docMkLst>
        <pc:docMk/>
      </pc:docMkLst>
      <pc:sldChg chg="addSp delSp modSp modNotes">
        <pc:chgData name="E21_宮腰眞路_旭川" userId="S::e212131@asahikawa.kosen-ac.jp::bb1887a2-6bd2-41c6-9d5e-22b8ac058c35" providerId="AD" clId="Web-{630759C5-D79C-4843-92A7-C6D510BD825E}" dt="2026-01-27T01:18:44.533" v="250"/>
        <pc:sldMkLst>
          <pc:docMk/>
          <pc:sldMk cId="3103840735" sldId="313"/>
        </pc:sldMkLst>
      </pc:sldChg>
    </pc:docChg>
  </pc:docChgLst>
  <pc:docChgLst>
    <pc:chgData name="E21_宮腰眞路_旭川" userId="S::e212131@asahikawa.kosen-ac.jp::bb1887a2-6bd2-41c6-9d5e-22b8ac058c35" providerId="AD" clId="Web-{3E2406BF-D3C5-4AE8-9EDC-10E587A08911}"/>
    <pc:docChg chg="modSld">
      <pc:chgData name="E21_宮腰眞路_旭川" userId="S::e212131@asahikawa.kosen-ac.jp::bb1887a2-6bd2-41c6-9d5e-22b8ac058c35" providerId="AD" clId="Web-{3E2406BF-D3C5-4AE8-9EDC-10E587A08911}" dt="2026-02-01T01:23:23.317" v="33" actId="20577"/>
      <pc:docMkLst>
        <pc:docMk/>
      </pc:docMkLst>
      <pc:sldChg chg="modSp">
        <pc:chgData name="E21_宮腰眞路_旭川" userId="S::e212131@asahikawa.kosen-ac.jp::bb1887a2-6bd2-41c6-9d5e-22b8ac058c35" providerId="AD" clId="Web-{3E2406BF-D3C5-4AE8-9EDC-10E587A08911}" dt="2026-02-01T01:20:55.329" v="4" actId="20577"/>
        <pc:sldMkLst>
          <pc:docMk/>
          <pc:sldMk cId="2202437675" sldId="312"/>
        </pc:sldMkLst>
        <pc:spChg chg="mod">
          <ac:chgData name="E21_宮腰眞路_旭川" userId="S::e212131@asahikawa.kosen-ac.jp::bb1887a2-6bd2-41c6-9d5e-22b8ac058c35" providerId="AD" clId="Web-{3E2406BF-D3C5-4AE8-9EDC-10E587A08911}" dt="2026-02-01T01:20:42.328" v="2" actId="20577"/>
          <ac:spMkLst>
            <pc:docMk/>
            <pc:sldMk cId="2202437675" sldId="312"/>
            <ac:spMk id="2" creationId="{4207FF65-A536-F639-8591-ED024C223308}"/>
          </ac:spMkLst>
        </pc:spChg>
        <pc:spChg chg="mod">
          <ac:chgData name="E21_宮腰眞路_旭川" userId="S::e212131@asahikawa.kosen-ac.jp::bb1887a2-6bd2-41c6-9d5e-22b8ac058c35" providerId="AD" clId="Web-{3E2406BF-D3C5-4AE8-9EDC-10E587A08911}" dt="2026-02-01T01:20:55.329" v="4" actId="20577"/>
          <ac:spMkLst>
            <pc:docMk/>
            <pc:sldMk cId="2202437675" sldId="312"/>
            <ac:spMk id="3" creationId="{B1FFEC4A-4607-4AB9-B0EA-5B4C6CA888B8}"/>
          </ac:spMkLst>
        </pc:spChg>
      </pc:sldChg>
      <pc:sldChg chg="modSp">
        <pc:chgData name="E21_宮腰眞路_旭川" userId="S::e212131@asahikawa.kosen-ac.jp::bb1887a2-6bd2-41c6-9d5e-22b8ac058c35" providerId="AD" clId="Web-{3E2406BF-D3C5-4AE8-9EDC-10E587A08911}" dt="2026-02-01T01:23:23.317" v="33" actId="20577"/>
        <pc:sldMkLst>
          <pc:docMk/>
          <pc:sldMk cId="3103840735" sldId="313"/>
        </pc:sldMkLst>
        <pc:spChg chg="mod">
          <ac:chgData name="E21_宮腰眞路_旭川" userId="S::e212131@asahikawa.kosen-ac.jp::bb1887a2-6bd2-41c6-9d5e-22b8ac058c35" providerId="AD" clId="Web-{3E2406BF-D3C5-4AE8-9EDC-10E587A08911}" dt="2026-02-01T01:23:23.317" v="33" actId="20577"/>
          <ac:spMkLst>
            <pc:docMk/>
            <pc:sldMk cId="3103840735" sldId="313"/>
            <ac:spMk id="9" creationId="{3E01E228-D8D6-D95A-CA35-C7B97FFB8D42}"/>
          </ac:spMkLst>
        </pc:spChg>
        <pc:spChg chg="mod">
          <ac:chgData name="E21_宮腰眞路_旭川" userId="S::e212131@asahikawa.kosen-ac.jp::bb1887a2-6bd2-41c6-9d5e-22b8ac058c35" providerId="AD" clId="Web-{3E2406BF-D3C5-4AE8-9EDC-10E587A08911}" dt="2026-02-01T01:21:14.923" v="5" actId="20577"/>
          <ac:spMkLst>
            <pc:docMk/>
            <pc:sldMk cId="3103840735" sldId="313"/>
            <ac:spMk id="13" creationId="{E68EE72F-208F-7E44-4ADD-C55B617F7D97}"/>
          </ac:spMkLst>
        </pc:spChg>
      </pc:sldChg>
    </pc:docChg>
  </pc:docChgLst>
  <pc:docChgLst>
    <pc:chgData name="E21_宮腰眞路_旭川" userId="S::e212131@asahikawa.kosen-ac.jp::bb1887a2-6bd2-41c6-9d5e-22b8ac058c35" providerId="AD" clId="Web-{0D992896-00EE-49F1-8B87-D05B744047F9}"/>
    <pc:docChg chg="modSld">
      <pc:chgData name="E21_宮腰眞路_旭川" userId="S::e212131@asahikawa.kosen-ac.jp::bb1887a2-6bd2-41c6-9d5e-22b8ac058c35" providerId="AD" clId="Web-{0D992896-00EE-49F1-8B87-D05B744047F9}" dt="2026-02-01T01:19:35.233" v="29" actId="20577"/>
      <pc:docMkLst>
        <pc:docMk/>
      </pc:docMkLst>
      <pc:sldChg chg="modSp">
        <pc:chgData name="E21_宮腰眞路_旭川" userId="S::e212131@asahikawa.kosen-ac.jp::bb1887a2-6bd2-41c6-9d5e-22b8ac058c35" providerId="AD" clId="Web-{0D992896-00EE-49F1-8B87-D05B744047F9}" dt="2026-01-31T07:47:55.262" v="27" actId="20577"/>
        <pc:sldMkLst>
          <pc:docMk/>
          <pc:sldMk cId="2202437675" sldId="312"/>
        </pc:sldMkLst>
        <pc:spChg chg="mod">
          <ac:chgData name="E21_宮腰眞路_旭川" userId="S::e212131@asahikawa.kosen-ac.jp::bb1887a2-6bd2-41c6-9d5e-22b8ac058c35" providerId="AD" clId="Web-{0D992896-00EE-49F1-8B87-D05B744047F9}" dt="2026-01-31T07:47:55.262" v="27" actId="20577"/>
          <ac:spMkLst>
            <pc:docMk/>
            <pc:sldMk cId="2202437675" sldId="312"/>
            <ac:spMk id="2" creationId="{4207FF65-A536-F639-8591-ED024C223308}"/>
          </ac:spMkLst>
        </pc:spChg>
      </pc:sldChg>
      <pc:sldChg chg="modSp">
        <pc:chgData name="E21_宮腰眞路_旭川" userId="S::e212131@asahikawa.kosen-ac.jp::bb1887a2-6bd2-41c6-9d5e-22b8ac058c35" providerId="AD" clId="Web-{0D992896-00EE-49F1-8B87-D05B744047F9}" dt="2026-02-01T01:19:35.233" v="29" actId="20577"/>
        <pc:sldMkLst>
          <pc:docMk/>
          <pc:sldMk cId="3103840735" sldId="313"/>
        </pc:sldMkLst>
        <pc:spChg chg="mod">
          <ac:chgData name="E21_宮腰眞路_旭川" userId="S::e212131@asahikawa.kosen-ac.jp::bb1887a2-6bd2-41c6-9d5e-22b8ac058c35" providerId="AD" clId="Web-{0D992896-00EE-49F1-8B87-D05B744047F9}" dt="2026-02-01T01:17:46.870" v="28" actId="1076"/>
          <ac:spMkLst>
            <pc:docMk/>
            <pc:sldMk cId="3103840735" sldId="313"/>
            <ac:spMk id="9" creationId="{3E01E228-D8D6-D95A-CA35-C7B97FFB8D42}"/>
          </ac:spMkLst>
        </pc:spChg>
        <pc:spChg chg="mod">
          <ac:chgData name="E21_宮腰眞路_旭川" userId="S::e212131@asahikawa.kosen-ac.jp::bb1887a2-6bd2-41c6-9d5e-22b8ac058c35" providerId="AD" clId="Web-{0D992896-00EE-49F1-8B87-D05B744047F9}" dt="2026-02-01T01:19:35.233" v="29" actId="20577"/>
          <ac:spMkLst>
            <pc:docMk/>
            <pc:sldMk cId="3103840735" sldId="313"/>
            <ac:spMk id="13" creationId="{E68EE72F-208F-7E44-4ADD-C55B617F7D97}"/>
          </ac:spMkLst>
        </pc:spChg>
      </pc:sldChg>
    </pc:docChg>
  </pc:docChgLst>
  <pc:docChgLst>
    <pc:chgData name="E21_宮腰眞路_旭川" userId="S::e212131@asahikawa.kosen-ac.jp::bb1887a2-6bd2-41c6-9d5e-22b8ac058c35" providerId="AD" clId="Web-{B7189740-048C-4220-8389-15BF1E752025}"/>
    <pc:docChg chg="modSld">
      <pc:chgData name="E21_宮腰眞路_旭川" userId="S::e212131@asahikawa.kosen-ac.jp::bb1887a2-6bd2-41c6-9d5e-22b8ac058c35" providerId="AD" clId="Web-{B7189740-048C-4220-8389-15BF1E752025}" dt="2026-01-27T03:59:03.513" v="293"/>
      <pc:docMkLst>
        <pc:docMk/>
      </pc:docMkLst>
    </pc:docChg>
  </pc:docChgLst>
  <pc:docChgLst>
    <pc:chgData name="蛭田 雄也_旭川" userId="712e2ce6-8bd5-454d-b16b-27c670144c52" providerId="ADAL" clId="{722AE88E-E01B-4516-857A-F3DE3C30A2EC}"/>
    <pc:docChg chg="sldOrd">
      <pc:chgData name="蛭田 雄也_旭川" userId="712e2ce6-8bd5-454d-b16b-27c670144c52" providerId="ADAL" clId="{722AE88E-E01B-4516-857A-F3DE3C30A2EC}" dt="2026-01-28T05:48:53.920" v="0" actId="20578"/>
      <pc:docMkLst>
        <pc:docMk/>
      </pc:docMkLst>
    </pc:docChg>
  </pc:docChgLst>
  <pc:docChgLst>
    <pc:chgData name="E21_宮腰眞路_旭川" userId="S::e212131@asahikawa.kosen-ac.jp::bb1887a2-6bd2-41c6-9d5e-22b8ac058c35" providerId="AD" clId="Web-{C539E8AA-7F47-428E-B332-D4D35B23D678}"/>
    <pc:docChg chg="addSld modSld">
      <pc:chgData name="E21_宮腰眞路_旭川" userId="S::e212131@asahikawa.kosen-ac.jp::bb1887a2-6bd2-41c6-9d5e-22b8ac058c35" providerId="AD" clId="Web-{C539E8AA-7F47-428E-B332-D4D35B23D678}" dt="2026-02-01T01:24:18.060" v="22" actId="20577"/>
      <pc:docMkLst>
        <pc:docMk/>
      </pc:docMkLst>
      <pc:sldChg chg="modSp add replId">
        <pc:chgData name="E21_宮腰眞路_旭川" userId="S::e212131@asahikawa.kosen-ac.jp::bb1887a2-6bd2-41c6-9d5e-22b8ac058c35" providerId="AD" clId="Web-{C539E8AA-7F47-428E-B332-D4D35B23D678}" dt="2026-02-01T01:24:18.060" v="22" actId="20577"/>
        <pc:sldMkLst>
          <pc:docMk/>
          <pc:sldMk cId="3526028461" sldId="314"/>
        </pc:sldMkLst>
        <pc:spChg chg="mod">
          <ac:chgData name="E21_宮腰眞路_旭川" userId="S::e212131@asahikawa.kosen-ac.jp::bb1887a2-6bd2-41c6-9d5e-22b8ac058c35" providerId="AD" clId="Web-{C539E8AA-7F47-428E-B332-D4D35B23D678}" dt="2026-02-01T01:24:18.060" v="22" actId="20577"/>
          <ac:spMkLst>
            <pc:docMk/>
            <pc:sldMk cId="3526028461" sldId="314"/>
            <ac:spMk id="9" creationId="{EE8FF8E3-CAED-05D9-B98A-C3BDE3244015}"/>
          </ac:spMkLst>
        </pc:spChg>
        <pc:spChg chg="mod">
          <ac:chgData name="E21_宮腰眞路_旭川" userId="S::e212131@asahikawa.kosen-ac.jp::bb1887a2-6bd2-41c6-9d5e-22b8ac058c35" providerId="AD" clId="Web-{C539E8AA-7F47-428E-B332-D4D35B23D678}" dt="2026-02-01T01:24:07.622" v="2" actId="20577"/>
          <ac:spMkLst>
            <pc:docMk/>
            <pc:sldMk cId="3526028461" sldId="314"/>
            <ac:spMk id="13" creationId="{EC894F71-DF88-7339-59BF-4D99FD6748E8}"/>
          </ac:spMkLst>
        </pc:spChg>
      </pc:sldChg>
    </pc:docChg>
  </pc:docChgLst>
  <pc:docChgLst>
    <pc:chgData name="E21_宮腰眞路_旭川" userId="S::e212131@asahikawa.kosen-ac.jp::bb1887a2-6bd2-41c6-9d5e-22b8ac058c35" providerId="AD" clId="Web-{6B34F029-5914-4E2D-A468-6704C9A7701C}"/>
    <pc:docChg chg="modSld">
      <pc:chgData name="E21_宮腰眞路_旭川" userId="S::e212131@asahikawa.kosen-ac.jp::bb1887a2-6bd2-41c6-9d5e-22b8ac058c35" providerId="AD" clId="Web-{6B34F029-5914-4E2D-A468-6704C9A7701C}" dt="2026-01-27T04:05:09.357" v="10" actId="20577"/>
      <pc:docMkLst>
        <pc:docMk/>
      </pc:docMkLst>
    </pc:docChg>
  </pc:docChgLst>
  <pc:docChgLst>
    <pc:chgData name="E21_宮腰眞路_旭川" userId="S::e212131@asahikawa.kosen-ac.jp::bb1887a2-6bd2-41c6-9d5e-22b8ac058c35" providerId="AD" clId="Web-{2839AA3A-682D-400E-A85D-6A0604B73C2F}"/>
    <pc:docChg chg="modSld">
      <pc:chgData name="E21_宮腰眞路_旭川" userId="S::e212131@asahikawa.kosen-ac.jp::bb1887a2-6bd2-41c6-9d5e-22b8ac058c35" providerId="AD" clId="Web-{2839AA3A-682D-400E-A85D-6A0604B73C2F}" dt="2026-01-28T05:42:58.064" v="13" actId="20577"/>
      <pc:docMkLst>
        <pc:docMk/>
      </pc:docMkLst>
    </pc:docChg>
  </pc:docChgLst>
  <pc:docChgLst>
    <pc:chgData name="E21_宮腰眞路_旭川" userId="S::e212131@asahikawa.kosen-ac.jp::bb1887a2-6bd2-41c6-9d5e-22b8ac058c35" providerId="AD" clId="Web-{01D9F4E0-588C-49CD-970D-5029D581602C}"/>
    <pc:docChg chg="modSld">
      <pc:chgData name="E21_宮腰眞路_旭川" userId="S::e212131@asahikawa.kosen-ac.jp::bb1887a2-6bd2-41c6-9d5e-22b8ac058c35" providerId="AD" clId="Web-{01D9F4E0-588C-49CD-970D-5029D581602C}" dt="2026-01-28T05:41:24.677" v="2"/>
      <pc:docMkLst>
        <pc:docMk/>
      </pc:docMkLst>
    </pc:docChg>
  </pc:docChgLst>
  <pc:docChgLst>
    <pc:chgData name="E21_宮腰眞路_旭川" userId="S::e212131@asahikawa.kosen-ac.jp::bb1887a2-6bd2-41c6-9d5e-22b8ac058c35" providerId="AD" clId="Web-{BD5257A0-A7B4-448F-A7CF-8A7FF51B6DE4}"/>
    <pc:docChg chg="modSld sldOrd">
      <pc:chgData name="E21_宮腰眞路_旭川" userId="S::e212131@asahikawa.kosen-ac.jp::bb1887a2-6bd2-41c6-9d5e-22b8ac058c35" providerId="AD" clId="Web-{BD5257A0-A7B4-448F-A7CF-8A7FF51B6DE4}" dt="2026-01-27T05:49:03.281" v="122"/>
      <pc:docMkLst>
        <pc:docMk/>
      </pc:docMkLst>
    </pc:docChg>
  </pc:docChgLst>
  <pc:docChgLst>
    <pc:chgData name="E21_宮腰眞路_旭川" userId="S::e212131@asahikawa.kosen-ac.jp::bb1887a2-6bd2-41c6-9d5e-22b8ac058c35" providerId="AD" clId="Web-{AE8ECB5F-2E47-4FEC-AA0B-D1CF0D0433A1}"/>
    <pc:docChg chg="addSld modSld">
      <pc:chgData name="E21_宮腰眞路_旭川" userId="S::e212131@asahikawa.kosen-ac.jp::bb1887a2-6bd2-41c6-9d5e-22b8ac058c35" providerId="AD" clId="Web-{AE8ECB5F-2E47-4FEC-AA0B-D1CF0D0433A1}" dt="2026-02-01T05:57:22.266" v="216" actId="20577"/>
      <pc:docMkLst>
        <pc:docMk/>
      </pc:docMkLst>
      <pc:sldChg chg="modNotes">
        <pc:chgData name="E21_宮腰眞路_旭川" userId="S::e212131@asahikawa.kosen-ac.jp::bb1887a2-6bd2-41c6-9d5e-22b8ac058c35" providerId="AD" clId="Web-{AE8ECB5F-2E47-4FEC-AA0B-D1CF0D0433A1}" dt="2026-02-01T05:34:58.583" v="120"/>
        <pc:sldMkLst>
          <pc:docMk/>
          <pc:sldMk cId="2202437675" sldId="312"/>
        </pc:sldMkLst>
      </pc:sldChg>
      <pc:sldChg chg="modSp modNotes">
        <pc:chgData name="E21_宮腰眞路_旭川" userId="S::e212131@asahikawa.kosen-ac.jp::bb1887a2-6bd2-41c6-9d5e-22b8ac058c35" providerId="AD" clId="Web-{AE8ECB5F-2E47-4FEC-AA0B-D1CF0D0433A1}" dt="2026-02-01T05:41:08.307" v="168"/>
        <pc:sldMkLst>
          <pc:docMk/>
          <pc:sldMk cId="3103840735" sldId="313"/>
        </pc:sldMkLst>
        <pc:spChg chg="mod">
          <ac:chgData name="E21_宮腰眞路_旭川" userId="S::e212131@asahikawa.kosen-ac.jp::bb1887a2-6bd2-41c6-9d5e-22b8ac058c35" providerId="AD" clId="Web-{AE8ECB5F-2E47-4FEC-AA0B-D1CF0D0433A1}" dt="2026-02-01T05:40:32.853" v="162" actId="20577"/>
          <ac:spMkLst>
            <pc:docMk/>
            <pc:sldMk cId="3103840735" sldId="313"/>
            <ac:spMk id="9" creationId="{3E01E228-D8D6-D95A-CA35-C7B97FFB8D42}"/>
          </ac:spMkLst>
        </pc:spChg>
        <pc:spChg chg="mod">
          <ac:chgData name="E21_宮腰眞路_旭川" userId="S::e212131@asahikawa.kosen-ac.jp::bb1887a2-6bd2-41c6-9d5e-22b8ac058c35" providerId="AD" clId="Web-{AE8ECB5F-2E47-4FEC-AA0B-D1CF0D0433A1}" dt="2026-02-01T02:20:39.867" v="57" actId="20577"/>
          <ac:spMkLst>
            <pc:docMk/>
            <pc:sldMk cId="3103840735" sldId="313"/>
            <ac:spMk id="13" creationId="{E68EE72F-208F-7E44-4ADD-C55B617F7D97}"/>
          </ac:spMkLst>
        </pc:spChg>
      </pc:sldChg>
      <pc:sldChg chg="modSp modNotes">
        <pc:chgData name="E21_宮腰眞路_旭川" userId="S::e212131@asahikawa.kosen-ac.jp::bb1887a2-6bd2-41c6-9d5e-22b8ac058c35" providerId="AD" clId="Web-{AE8ECB5F-2E47-4FEC-AA0B-D1CF0D0433A1}" dt="2026-02-01T05:46:20.627" v="194" actId="20577"/>
        <pc:sldMkLst>
          <pc:docMk/>
          <pc:sldMk cId="3526028461" sldId="314"/>
        </pc:sldMkLst>
        <pc:spChg chg="mod">
          <ac:chgData name="E21_宮腰眞路_旭川" userId="S::e212131@asahikawa.kosen-ac.jp::bb1887a2-6bd2-41c6-9d5e-22b8ac058c35" providerId="AD" clId="Web-{AE8ECB5F-2E47-4FEC-AA0B-D1CF0D0433A1}" dt="2026-02-01T05:46:20.627" v="194" actId="20577"/>
          <ac:spMkLst>
            <pc:docMk/>
            <pc:sldMk cId="3526028461" sldId="314"/>
            <ac:spMk id="3" creationId="{695E63EE-C497-C2CD-0285-6026D5FAC496}"/>
          </ac:spMkLst>
        </pc:spChg>
        <pc:spChg chg="mod">
          <ac:chgData name="E21_宮腰眞路_旭川" userId="S::e212131@asahikawa.kosen-ac.jp::bb1887a2-6bd2-41c6-9d5e-22b8ac058c35" providerId="AD" clId="Web-{AE8ECB5F-2E47-4FEC-AA0B-D1CF0D0433A1}" dt="2026-02-01T02:20:27.211" v="55" actId="20577"/>
          <ac:spMkLst>
            <pc:docMk/>
            <pc:sldMk cId="3526028461" sldId="314"/>
            <ac:spMk id="13" creationId="{EC894F71-DF88-7339-59BF-4D99FD6748E8}"/>
          </ac:spMkLst>
        </pc:spChg>
      </pc:sldChg>
      <pc:sldChg chg="modSp modNotes">
        <pc:chgData name="E21_宮腰眞路_旭川" userId="S::e212131@asahikawa.kosen-ac.jp::bb1887a2-6bd2-41c6-9d5e-22b8ac058c35" providerId="AD" clId="Web-{AE8ECB5F-2E47-4FEC-AA0B-D1CF0D0433A1}" dt="2026-02-01T05:50:04.162" v="212"/>
        <pc:sldMkLst>
          <pc:docMk/>
          <pc:sldMk cId="3870674495" sldId="315"/>
        </pc:sldMkLst>
        <pc:spChg chg="mod">
          <ac:chgData name="E21_宮腰眞路_旭川" userId="S::e212131@asahikawa.kosen-ac.jp::bb1887a2-6bd2-41c6-9d5e-22b8ac058c35" providerId="AD" clId="Web-{AE8ECB5F-2E47-4FEC-AA0B-D1CF0D0433A1}" dt="2026-02-01T05:47:53.363" v="203" actId="20577"/>
          <ac:spMkLst>
            <pc:docMk/>
            <pc:sldMk cId="3870674495" sldId="315"/>
            <ac:spMk id="3" creationId="{C1F83D9D-4C99-50A4-0ABA-6557E35D81E1}"/>
          </ac:spMkLst>
        </pc:spChg>
        <pc:spChg chg="mod">
          <ac:chgData name="E21_宮腰眞路_旭川" userId="S::e212131@asahikawa.kosen-ac.jp::bb1887a2-6bd2-41c6-9d5e-22b8ac058c35" providerId="AD" clId="Web-{AE8ECB5F-2E47-4FEC-AA0B-D1CF0D0433A1}" dt="2026-02-01T02:16:52.643" v="24" actId="20577"/>
          <ac:spMkLst>
            <pc:docMk/>
            <pc:sldMk cId="3870674495" sldId="315"/>
            <ac:spMk id="13" creationId="{E2CA9253-5D5B-D5EB-69D9-8D2CF2852BE9}"/>
          </ac:spMkLst>
        </pc:spChg>
      </pc:sldChg>
      <pc:sldChg chg="modSp modNotes">
        <pc:chgData name="E21_宮腰眞路_旭川" userId="S::e212131@asahikawa.kosen-ac.jp::bb1887a2-6bd2-41c6-9d5e-22b8ac058c35" providerId="AD" clId="Web-{AE8ECB5F-2E47-4FEC-AA0B-D1CF0D0433A1}" dt="2026-02-01T05:56:11.123" v="213"/>
        <pc:sldMkLst>
          <pc:docMk/>
          <pc:sldMk cId="4259694949" sldId="316"/>
        </pc:sldMkLst>
        <pc:spChg chg="mod">
          <ac:chgData name="E21_宮腰眞路_旭川" userId="S::e212131@asahikawa.kosen-ac.jp::bb1887a2-6bd2-41c6-9d5e-22b8ac058c35" providerId="AD" clId="Web-{AE8ECB5F-2E47-4FEC-AA0B-D1CF0D0433A1}" dt="2026-02-01T02:15:47.095" v="21" actId="20577"/>
          <ac:spMkLst>
            <pc:docMk/>
            <pc:sldMk cId="4259694949" sldId="316"/>
            <ac:spMk id="13" creationId="{469ACAA5-11A2-3E44-E948-319DA7D36DA3}"/>
          </ac:spMkLst>
        </pc:spChg>
        <pc:picChg chg="mod">
          <ac:chgData name="E21_宮腰眞路_旭川" userId="S::e212131@asahikawa.kosen-ac.jp::bb1887a2-6bd2-41c6-9d5e-22b8ac058c35" providerId="AD" clId="Web-{AE8ECB5F-2E47-4FEC-AA0B-D1CF0D0433A1}" dt="2026-02-01T02:15:49.563" v="22" actId="1076"/>
          <ac:picMkLst>
            <pc:docMk/>
            <pc:sldMk cId="4259694949" sldId="316"/>
            <ac:picMk id="7" creationId="{39F2C655-D51C-3AA5-BFB1-4892A8D448C2}"/>
          </ac:picMkLst>
        </pc:picChg>
      </pc:sldChg>
      <pc:sldChg chg="modSp modNotes">
        <pc:chgData name="E21_宮腰眞路_旭川" userId="S::e212131@asahikawa.kosen-ac.jp::bb1887a2-6bd2-41c6-9d5e-22b8ac058c35" providerId="AD" clId="Web-{AE8ECB5F-2E47-4FEC-AA0B-D1CF0D0433A1}" dt="2026-02-01T05:57:22.266" v="216" actId="20577"/>
        <pc:sldMkLst>
          <pc:docMk/>
          <pc:sldMk cId="1193284987" sldId="317"/>
        </pc:sldMkLst>
        <pc:spChg chg="mod">
          <ac:chgData name="E21_宮腰眞路_旭川" userId="S::e212131@asahikawa.kosen-ac.jp::bb1887a2-6bd2-41c6-9d5e-22b8ac058c35" providerId="AD" clId="Web-{AE8ECB5F-2E47-4FEC-AA0B-D1CF0D0433A1}" dt="2026-02-01T05:57:22.266" v="216" actId="20577"/>
          <ac:spMkLst>
            <pc:docMk/>
            <pc:sldMk cId="1193284987" sldId="317"/>
            <ac:spMk id="13" creationId="{14756119-99CD-E1B0-4670-24693BEF42B8}"/>
          </ac:spMkLst>
        </pc:spChg>
      </pc:sldChg>
      <pc:sldChg chg="modSp add replId modNotes">
        <pc:chgData name="E21_宮腰眞路_旭川" userId="S::e212131@asahikawa.kosen-ac.jp::bb1887a2-6bd2-41c6-9d5e-22b8ac058c35" providerId="AD" clId="Web-{AE8ECB5F-2E47-4FEC-AA0B-D1CF0D0433A1}" dt="2026-02-01T05:37:35.751" v="150"/>
        <pc:sldMkLst>
          <pc:docMk/>
          <pc:sldMk cId="599382552" sldId="318"/>
        </pc:sldMkLst>
        <pc:spChg chg="mod">
          <ac:chgData name="E21_宮腰眞路_旭川" userId="S::e212131@asahikawa.kosen-ac.jp::bb1887a2-6bd2-41c6-9d5e-22b8ac058c35" providerId="AD" clId="Web-{AE8ECB5F-2E47-4FEC-AA0B-D1CF0D0433A1}" dt="2026-02-01T02:41:33.352" v="90" actId="20577"/>
          <ac:spMkLst>
            <pc:docMk/>
            <pc:sldMk cId="599382552" sldId="318"/>
            <ac:spMk id="13" creationId="{7C1E89A2-8F8B-C30E-5D67-4A877C56BA3F}"/>
          </ac:spMkLst>
        </pc:spChg>
      </pc:sldChg>
    </pc:docChg>
  </pc:docChgLst>
  <pc:docChgLst>
    <pc:chgData name="E21_宮腰眞路_旭川" userId="S::e212131@asahikawa.kosen-ac.jp::bb1887a2-6bd2-41c6-9d5e-22b8ac058c35" providerId="AD" clId="Web-{A00B84D7-D25D-4E2B-8B46-34DBFEE0EEF3}"/>
    <pc:docChg chg="delSld modSld">
      <pc:chgData name="E21_宮腰眞路_旭川" userId="S::e212131@asahikawa.kosen-ac.jp::bb1887a2-6bd2-41c6-9d5e-22b8ac058c35" providerId="AD" clId="Web-{A00B84D7-D25D-4E2B-8B46-34DBFEE0EEF3}" dt="2026-01-27T11:34:08.973" v="278" actId="1076"/>
      <pc:docMkLst>
        <pc:docMk/>
      </pc:docMkLst>
      <pc:sldChg chg="addSp delSp modSp mod setBg modNotes">
        <pc:chgData name="E21_宮腰眞路_旭川" userId="S::e212131@asahikawa.kosen-ac.jp::bb1887a2-6bd2-41c6-9d5e-22b8ac058c35" providerId="AD" clId="Web-{A00B84D7-D25D-4E2B-8B46-34DBFEE0EEF3}" dt="2026-01-27T10:29:43.631" v="41" actId="1076"/>
        <pc:sldMkLst>
          <pc:docMk/>
          <pc:sldMk cId="3103840735" sldId="313"/>
        </pc:sldMkLst>
        <pc:spChg chg="mod">
          <ac:chgData name="E21_宮腰眞路_旭川" userId="S::e212131@asahikawa.kosen-ac.jp::bb1887a2-6bd2-41c6-9d5e-22b8ac058c35" providerId="AD" clId="Web-{A00B84D7-D25D-4E2B-8B46-34DBFEE0EEF3}" dt="2026-01-27T10:29:22.896" v="38" actId="1076"/>
          <ac:spMkLst>
            <pc:docMk/>
            <pc:sldMk cId="3103840735" sldId="313"/>
            <ac:spMk id="9" creationId="{3E01E228-D8D6-D95A-CA35-C7B97FFB8D42}"/>
          </ac:spMkLst>
        </pc:spChg>
      </pc:sldChg>
    </pc:docChg>
  </pc:docChgLst>
  <pc:docChgLst>
    <pc:chgData name="E21_宮腰眞路_旭川" userId="S::e212131@asahikawa.kosen-ac.jp::bb1887a2-6bd2-41c6-9d5e-22b8ac058c35" providerId="AD" clId="Web-{E7285269-625A-4EB2-94A1-24331692F3CF}"/>
    <pc:docChg chg="addSld modSld sldOrd">
      <pc:chgData name="E21_宮腰眞路_旭川" userId="S::e212131@asahikawa.kosen-ac.jp::bb1887a2-6bd2-41c6-9d5e-22b8ac058c35" providerId="AD" clId="Web-{E7285269-625A-4EB2-94A1-24331692F3CF}" dt="2026-01-27T05:40:47.306" v="20"/>
      <pc:docMkLst>
        <pc:docMk/>
      </pc:docMkLst>
      <pc:sldChg chg="delSp">
        <pc:chgData name="E21_宮腰眞路_旭川" userId="S::e212131@asahikawa.kosen-ac.jp::bb1887a2-6bd2-41c6-9d5e-22b8ac058c35" providerId="AD" clId="Web-{E7285269-625A-4EB2-94A1-24331692F3CF}" dt="2026-01-27T05:36:26.660" v="1"/>
        <pc:sldMkLst>
          <pc:docMk/>
          <pc:sldMk cId="3103840735" sldId="313"/>
        </pc:sldMkLst>
      </pc:sldChg>
    </pc:docChg>
  </pc:docChgLst>
  <pc:docChgLst>
    <pc:chgData name="E21_宮腰眞路_旭川" userId="S::e212131@asahikawa.kosen-ac.jp::bb1887a2-6bd2-41c6-9d5e-22b8ac058c35" providerId="AD" clId="Web-{EDEDAB4D-B6C2-4E67-AD58-73B4996B57FD}"/>
    <pc:docChg chg="addSld modSld">
      <pc:chgData name="E21_宮腰眞路_旭川" userId="S::e212131@asahikawa.kosen-ac.jp::bb1887a2-6bd2-41c6-9d5e-22b8ac058c35" providerId="AD" clId="Web-{EDEDAB4D-B6C2-4E67-AD58-73B4996B57FD}" dt="2026-01-27T11:44:47.530" v="126" actId="20577"/>
      <pc:docMkLst>
        <pc:docMk/>
      </pc:docMkLst>
    </pc:docChg>
  </pc:docChgLst>
  <pc:docChgLst>
    <pc:chgData name="E21_宮腰眞路_旭川" userId="S::e212131@asahikawa.kosen-ac.jp::bb1887a2-6bd2-41c6-9d5e-22b8ac058c35" providerId="AD" clId="Web-{36E13947-35F7-491B-AE3F-B25B047F940D}"/>
    <pc:docChg chg="modSld">
      <pc:chgData name="E21_宮腰眞路_旭川" userId="S::e212131@asahikawa.kosen-ac.jp::bb1887a2-6bd2-41c6-9d5e-22b8ac058c35" providerId="AD" clId="Web-{36E13947-35F7-491B-AE3F-B25B047F940D}" dt="2026-01-28T05:38:53.508" v="207" actId="1076"/>
      <pc:docMkLst>
        <pc:docMk/>
      </pc:docMkLst>
    </pc:docChg>
  </pc:docChgLst>
  <pc:docChgLst>
    <pc:chgData name="E21_宮腰眞路_旭川" userId="S::e212131@asahikawa.kosen-ac.jp::bb1887a2-6bd2-41c6-9d5e-22b8ac058c35" providerId="AD" clId="Web-{E09467BD-4586-407F-8D32-BC4BBEA99F77}"/>
    <pc:docChg chg="addSld delSld modSld">
      <pc:chgData name="E21_宮腰眞路_旭川" userId="S::e212131@asahikawa.kosen-ac.jp::bb1887a2-6bd2-41c6-9d5e-22b8ac058c35" providerId="AD" clId="Web-{E09467BD-4586-407F-8D32-BC4BBEA99F77}" dt="2026-02-01T02:05:24.510" v="273"/>
      <pc:docMkLst>
        <pc:docMk/>
      </pc:docMkLst>
      <pc:sldChg chg="addSp modSp">
        <pc:chgData name="E21_宮腰眞路_旭川" userId="S::e212131@asahikawa.kosen-ac.jp::bb1887a2-6bd2-41c6-9d5e-22b8ac058c35" providerId="AD" clId="Web-{E09467BD-4586-407F-8D32-BC4BBEA99F77}" dt="2026-02-01T01:31:28.215" v="118" actId="20577"/>
        <pc:sldMkLst>
          <pc:docMk/>
          <pc:sldMk cId="3526028461" sldId="314"/>
        </pc:sldMkLst>
        <pc:spChg chg="add mod">
          <ac:chgData name="E21_宮腰眞路_旭川" userId="S::e212131@asahikawa.kosen-ac.jp::bb1887a2-6bd2-41c6-9d5e-22b8ac058c35" providerId="AD" clId="Web-{E09467BD-4586-407F-8D32-BC4BBEA99F77}" dt="2026-02-01T01:31:28.215" v="118" actId="20577"/>
          <ac:spMkLst>
            <pc:docMk/>
            <pc:sldMk cId="3526028461" sldId="314"/>
            <ac:spMk id="3" creationId="{695E63EE-C497-C2CD-0285-6026D5FAC496}"/>
          </ac:spMkLst>
        </pc:spChg>
      </pc:sldChg>
      <pc:sldChg chg="addSp modSp add replId">
        <pc:chgData name="E21_宮腰眞路_旭川" userId="S::e212131@asahikawa.kosen-ac.jp::bb1887a2-6bd2-41c6-9d5e-22b8ac058c35" providerId="AD" clId="Web-{E09467BD-4586-407F-8D32-BC4BBEA99F77}" dt="2026-02-01T01:45:55.204" v="206" actId="1076"/>
        <pc:sldMkLst>
          <pc:docMk/>
          <pc:sldMk cId="3870674495" sldId="315"/>
        </pc:sldMkLst>
        <pc:spChg chg="mod">
          <ac:chgData name="E21_宮腰眞路_旭川" userId="S::e212131@asahikawa.kosen-ac.jp::bb1887a2-6bd2-41c6-9d5e-22b8ac058c35" providerId="AD" clId="Web-{E09467BD-4586-407F-8D32-BC4BBEA99F77}" dt="2026-02-01T01:42:33.292" v="166" actId="1076"/>
          <ac:spMkLst>
            <pc:docMk/>
            <pc:sldMk cId="3870674495" sldId="315"/>
            <ac:spMk id="3" creationId="{C1F83D9D-4C99-50A4-0ABA-6557E35D81E1}"/>
          </ac:spMkLst>
        </pc:spChg>
        <pc:spChg chg="add mod">
          <ac:chgData name="E21_宮腰眞路_旭川" userId="S::e212131@asahikawa.kosen-ac.jp::bb1887a2-6bd2-41c6-9d5e-22b8ac058c35" providerId="AD" clId="Web-{E09467BD-4586-407F-8D32-BC4BBEA99F77}" dt="2026-02-01T01:45:55.204" v="206" actId="1076"/>
          <ac:spMkLst>
            <pc:docMk/>
            <pc:sldMk cId="3870674495" sldId="315"/>
            <ac:spMk id="6" creationId="{EE7AD7BF-8323-1433-4CFA-6D4EA8FF40B8}"/>
          </ac:spMkLst>
        </pc:spChg>
        <pc:spChg chg="mod">
          <ac:chgData name="E21_宮腰眞路_旭川" userId="S::e212131@asahikawa.kosen-ac.jp::bb1887a2-6bd2-41c6-9d5e-22b8ac058c35" providerId="AD" clId="Web-{E09467BD-4586-407F-8D32-BC4BBEA99F77}" dt="2026-02-01T01:39:13.455" v="124" actId="20577"/>
          <ac:spMkLst>
            <pc:docMk/>
            <pc:sldMk cId="3870674495" sldId="315"/>
            <ac:spMk id="13" creationId="{E2CA9253-5D5B-D5EB-69D9-8D2CF2852BE9}"/>
          </ac:spMkLst>
        </pc:spChg>
        <pc:picChg chg="add mod modCrop">
          <ac:chgData name="E21_宮腰眞路_旭川" userId="S::e212131@asahikawa.kosen-ac.jp::bb1887a2-6bd2-41c6-9d5e-22b8ac058c35" providerId="AD" clId="Web-{E09467BD-4586-407F-8D32-BC4BBEA99F77}" dt="2026-02-01T01:44:34.905" v="190" actId="1076"/>
          <ac:picMkLst>
            <pc:docMk/>
            <pc:sldMk cId="3870674495" sldId="315"/>
            <ac:picMk id="2" creationId="{B1DEFC33-F57E-A47B-2B39-174EA314C03C}"/>
          </ac:picMkLst>
        </pc:picChg>
        <pc:picChg chg="add mod modCrop">
          <ac:chgData name="E21_宮腰眞路_旭川" userId="S::e212131@asahikawa.kosen-ac.jp::bb1887a2-6bd2-41c6-9d5e-22b8ac058c35" providerId="AD" clId="Web-{E09467BD-4586-407F-8D32-BC4BBEA99F77}" dt="2026-02-01T01:44:29.827" v="189" actId="1076"/>
          <ac:picMkLst>
            <pc:docMk/>
            <pc:sldMk cId="3870674495" sldId="315"/>
            <ac:picMk id="5" creationId="{37168E7A-BBA2-8E72-EC7F-A9EF04E1CE4B}"/>
          </ac:picMkLst>
        </pc:picChg>
      </pc:sldChg>
      <pc:sldChg chg="addSp delSp modSp add del replId">
        <pc:chgData name="E21_宮腰眞路_旭川" userId="S::e212131@asahikawa.kosen-ac.jp::bb1887a2-6bd2-41c6-9d5e-22b8ac058c35" providerId="AD" clId="Web-{E09467BD-4586-407F-8D32-BC4BBEA99F77}" dt="2026-02-01T02:05:24.510" v="273"/>
        <pc:sldMkLst>
          <pc:docMk/>
          <pc:sldMk cId="4259694949" sldId="316"/>
        </pc:sldMkLst>
        <pc:spChg chg="mod">
          <ac:chgData name="E21_宮腰眞路_旭川" userId="S::e212131@asahikawa.kosen-ac.jp::bb1887a2-6bd2-41c6-9d5e-22b8ac058c35" providerId="AD" clId="Web-{E09467BD-4586-407F-8D32-BC4BBEA99F77}" dt="2026-02-01T01:55:03.004" v="262" actId="1076"/>
          <ac:spMkLst>
            <pc:docMk/>
            <pc:sldMk cId="4259694949" sldId="316"/>
            <ac:spMk id="3" creationId="{191CCBB9-5112-67F5-1D8D-3DE32658E4B6}"/>
          </ac:spMkLst>
        </pc:spChg>
        <pc:spChg chg="del">
          <ac:chgData name="E21_宮腰眞路_旭川" userId="S::e212131@asahikawa.kosen-ac.jp::bb1887a2-6bd2-41c6-9d5e-22b8ac058c35" providerId="AD" clId="Web-{E09467BD-4586-407F-8D32-BC4BBEA99F77}" dt="2026-02-01T01:51:46.584" v="213"/>
          <ac:spMkLst>
            <pc:docMk/>
            <pc:sldMk cId="4259694949" sldId="316"/>
            <ac:spMk id="6" creationId="{4C06B168-D239-D4A0-3E98-640F2C232753}"/>
          </ac:spMkLst>
        </pc:spChg>
        <pc:spChg chg="add del mod">
          <ac:chgData name="E21_宮腰眞路_旭川" userId="S::e212131@asahikawa.kosen-ac.jp::bb1887a2-6bd2-41c6-9d5e-22b8ac058c35" providerId="AD" clId="Web-{E09467BD-4586-407F-8D32-BC4BBEA99F77}" dt="2026-02-01T01:55:32.193" v="268"/>
          <ac:spMkLst>
            <pc:docMk/>
            <pc:sldMk cId="4259694949" sldId="316"/>
            <ac:spMk id="8" creationId="{114CA8AE-C04B-A6E1-9A1F-AE1989836ADE}"/>
          </ac:spMkLst>
        </pc:spChg>
        <pc:spChg chg="mod">
          <ac:chgData name="E21_宮腰眞路_旭川" userId="S::e212131@asahikawa.kosen-ac.jp::bb1887a2-6bd2-41c6-9d5e-22b8ac058c35" providerId="AD" clId="Web-{E09467BD-4586-407F-8D32-BC4BBEA99F77}" dt="2026-02-01T01:49:40.238" v="210" actId="20577"/>
          <ac:spMkLst>
            <pc:docMk/>
            <pc:sldMk cId="4259694949" sldId="316"/>
            <ac:spMk id="13" creationId="{469ACAA5-11A2-3E44-E948-319DA7D36DA3}"/>
          </ac:spMkLst>
        </pc:spChg>
        <pc:picChg chg="del">
          <ac:chgData name="E21_宮腰眞路_旭川" userId="S::e212131@asahikawa.kosen-ac.jp::bb1887a2-6bd2-41c6-9d5e-22b8ac058c35" providerId="AD" clId="Web-{E09467BD-4586-407F-8D32-BC4BBEA99F77}" dt="2026-02-01T01:51:42.771" v="212"/>
          <ac:picMkLst>
            <pc:docMk/>
            <pc:sldMk cId="4259694949" sldId="316"/>
            <ac:picMk id="2" creationId="{662CDCEF-AFED-1D84-884E-C45D8E00C41A}"/>
          </ac:picMkLst>
        </pc:picChg>
        <pc:picChg chg="del">
          <ac:chgData name="E21_宮腰眞路_旭川" userId="S::e212131@asahikawa.kosen-ac.jp::bb1887a2-6bd2-41c6-9d5e-22b8ac058c35" providerId="AD" clId="Web-{E09467BD-4586-407F-8D32-BC4BBEA99F77}" dt="2026-02-01T01:51:42.771" v="211"/>
          <ac:picMkLst>
            <pc:docMk/>
            <pc:sldMk cId="4259694949" sldId="316"/>
            <ac:picMk id="5" creationId="{03CD1B3A-AB75-A503-9918-6C313A7AFB53}"/>
          </ac:picMkLst>
        </pc:picChg>
        <pc:picChg chg="add mod">
          <ac:chgData name="E21_宮腰眞路_旭川" userId="S::e212131@asahikawa.kosen-ac.jp::bb1887a2-6bd2-41c6-9d5e-22b8ac058c35" providerId="AD" clId="Web-{E09467BD-4586-407F-8D32-BC4BBEA99F77}" dt="2026-02-01T01:52:09.459" v="217" actId="1076"/>
          <ac:picMkLst>
            <pc:docMk/>
            <pc:sldMk cId="4259694949" sldId="316"/>
            <ac:picMk id="7" creationId="{39F2C655-D51C-3AA5-BFB1-4892A8D448C2}"/>
          </ac:picMkLst>
        </pc:picChg>
      </pc:sldChg>
      <pc:sldChg chg="delSp add replId">
        <pc:chgData name="E21_宮腰眞路_旭川" userId="S::e212131@asahikawa.kosen-ac.jp::bb1887a2-6bd2-41c6-9d5e-22b8ac058c35" providerId="AD" clId="Web-{E09467BD-4586-407F-8D32-BC4BBEA99F77}" dt="2026-02-01T02:05:17.167" v="271"/>
        <pc:sldMkLst>
          <pc:docMk/>
          <pc:sldMk cId="1193284987" sldId="317"/>
        </pc:sldMkLst>
        <pc:spChg chg="del">
          <ac:chgData name="E21_宮腰眞路_旭川" userId="S::e212131@asahikawa.kosen-ac.jp::bb1887a2-6bd2-41c6-9d5e-22b8ac058c35" providerId="AD" clId="Web-{E09467BD-4586-407F-8D32-BC4BBEA99F77}" dt="2026-02-01T02:05:17.167" v="271"/>
          <ac:spMkLst>
            <pc:docMk/>
            <pc:sldMk cId="1193284987" sldId="317"/>
            <ac:spMk id="3" creationId="{A720BADB-7AA0-84F5-222E-D69300F21C34}"/>
          </ac:spMkLst>
        </pc:spChg>
        <pc:picChg chg="del">
          <ac:chgData name="E21_宮腰眞路_旭川" userId="S::e212131@asahikawa.kosen-ac.jp::bb1887a2-6bd2-41c6-9d5e-22b8ac058c35" providerId="AD" clId="Web-{E09467BD-4586-407F-8D32-BC4BBEA99F77}" dt="2026-02-01T02:05:15.073" v="270"/>
          <ac:picMkLst>
            <pc:docMk/>
            <pc:sldMk cId="1193284987" sldId="317"/>
            <ac:picMk id="7" creationId="{8EE6F7E6-4A5B-A7F6-9243-467539E8BAA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sz="1200"/>
            </a:lvl1pPr>
          </a:lstStyle>
          <a:p>
            <a:pPr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ja-JP" sz="1200"/>
            </a:lvl1pPr>
          </a:lstStyle>
          <a:p>
            <a:pPr rtl="0"/>
            <a:fld id="{B0914B8E-5160-459D-9B03-9783DA225A81}" type="datetimeyyyy"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2026年</a:t>
            </a:fld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sz="1200"/>
            </a:lvl1pPr>
          </a:lstStyle>
          <a:p>
            <a:pPr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ja-JP" sz="1200"/>
            </a:lvl1pPr>
          </a:lstStyle>
          <a:p>
            <a:pPr rtl="0"/>
            <a:fld id="{420BD0AB-C59E-4A46-83D3-F07787446BA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ja-JP" sz="600" kern="1200">
        <a:solidFill>
          <a:schemeClr val="tx1"/>
        </a:solidFill>
        <a:latin typeface="+mn-cs"/>
        <a:ea typeface="+mn-ea"/>
        <a:cs typeface="+mn-cs"/>
      </a:defRPr>
    </a:lvl1pPr>
    <a:lvl2pPr marL="228600" algn="l" defTabSz="457200" rtl="0" eaLnBrk="1" latinLnBrk="0" hangingPunct="1">
      <a:defRPr lang="ja-JP" sz="600" kern="1200">
        <a:solidFill>
          <a:schemeClr val="tx1"/>
        </a:solidFill>
        <a:latin typeface="+mn-cs"/>
        <a:ea typeface="+mn-ea"/>
        <a:cs typeface="+mn-cs"/>
      </a:defRPr>
    </a:lvl2pPr>
    <a:lvl3pPr marL="457200" algn="l" defTabSz="457200" rtl="0" eaLnBrk="1" latinLnBrk="0" hangingPunct="1">
      <a:defRPr lang="ja-JP" sz="600" kern="1200">
        <a:solidFill>
          <a:schemeClr val="tx1"/>
        </a:solidFill>
        <a:latin typeface="+mn-cs"/>
        <a:ea typeface="+mn-ea"/>
        <a:cs typeface="+mn-cs"/>
      </a:defRPr>
    </a:lvl3pPr>
    <a:lvl4pPr marL="685800" algn="l" defTabSz="457200" rtl="0" eaLnBrk="1" latinLnBrk="0" hangingPunct="1">
      <a:defRPr lang="ja-JP" sz="600" kern="1200">
        <a:solidFill>
          <a:schemeClr val="tx1"/>
        </a:solidFill>
        <a:latin typeface="+mn-cs"/>
        <a:ea typeface="+mn-ea"/>
        <a:cs typeface="+mn-cs"/>
      </a:defRPr>
    </a:lvl4pPr>
    <a:lvl5pPr marL="914400" algn="l" defTabSz="457200" rtl="0" eaLnBrk="1" latinLnBrk="0" hangingPunct="1">
      <a:defRPr lang="ja-JP" sz="600" kern="1200">
        <a:solidFill>
          <a:schemeClr val="tx1"/>
        </a:solidFill>
        <a:latin typeface="+mn-cs"/>
        <a:ea typeface="+mn-ea"/>
        <a:cs typeface="+mn-cs"/>
      </a:defRPr>
    </a:lvl5pPr>
    <a:lvl6pPr marL="1143000" algn="l" defTabSz="457200" rtl="0" eaLnBrk="1" latinLnBrk="0" hangingPunct="1">
      <a:defRPr lang="ja-JP" sz="600" kern="1200">
        <a:solidFill>
          <a:schemeClr val="tx1"/>
        </a:solidFill>
        <a:latin typeface="+mn-cs"/>
        <a:ea typeface="+mn-ea"/>
        <a:cs typeface="+mn-cs"/>
      </a:defRPr>
    </a:lvl6pPr>
    <a:lvl7pPr marL="1371600" algn="l" defTabSz="457200" rtl="0" eaLnBrk="1" latinLnBrk="0" hangingPunct="1">
      <a:defRPr lang="ja-JP" sz="600" kern="1200">
        <a:solidFill>
          <a:schemeClr val="tx1"/>
        </a:solidFill>
        <a:latin typeface="+mn-cs"/>
        <a:ea typeface="+mn-ea"/>
        <a:cs typeface="+mn-cs"/>
      </a:defRPr>
    </a:lvl7pPr>
    <a:lvl8pPr marL="1600200" algn="l" defTabSz="457200" rtl="0" eaLnBrk="1" latinLnBrk="0" hangingPunct="1">
      <a:defRPr lang="ja-JP" sz="600" kern="1200">
        <a:solidFill>
          <a:schemeClr val="tx1"/>
        </a:solidFill>
        <a:latin typeface="+mn-cs"/>
        <a:ea typeface="+mn-ea"/>
        <a:cs typeface="+mn-cs"/>
      </a:defRPr>
    </a:lvl8pPr>
    <a:lvl9pPr marL="1828800" algn="l" defTabSz="457200" rtl="0" eaLnBrk="1" latinLnBrk="0" hangingPunct="1">
      <a:defRPr lang="ja-JP" sz="600" kern="1200">
        <a:solidFill>
          <a:schemeClr val="tx1"/>
        </a:solidFill>
        <a:latin typeface="+mn-cs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ja-JP"/>
            </a:defPPr>
          </a:lstStyle>
          <a:p>
            <a:r>
              <a:rPr lang="en-US" dirty="0"/>
              <a:t>Now, I will give the presentation.</a:t>
            </a:r>
            <a:r>
              <a:rPr lang="en-US" altLang="ja-JP" dirty="0">
                <a:latin typeface="Meiryo UI"/>
                <a:ea typeface="Meiryo UI"/>
              </a:rPr>
              <a:t> </a:t>
            </a:r>
          </a:p>
          <a:p>
            <a:r>
              <a:rPr lang="en-US" altLang="ja-JP" dirty="0">
                <a:latin typeface="Meiryo UI"/>
                <a:ea typeface="Meiryo UI"/>
              </a:rPr>
              <a:t>The title is ...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256D7-2109-213B-A036-48886A4A4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BEDB501-5F58-873B-639D-56482C7458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3180994-F721-98C6-3388-23707829B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ja-JP"/>
              <a:t>I would like to ask everyone</a:t>
            </a:r>
          </a:p>
          <a:p>
            <a:r>
              <a:rPr lang="ja-JP" altLang="en-US">
                <a:ea typeface="游ゴシック"/>
              </a:rPr>
              <a:t>...</a:t>
            </a:r>
          </a:p>
          <a:p>
            <a:r>
              <a:rPr lang="en-US" altLang="ja-JP" dirty="0">
                <a:ea typeface="游ゴシック"/>
              </a:rPr>
              <a:t>Wouldn't</a:t>
            </a:r>
            <a:r>
              <a:rPr lang="ja-JP" altLang="en-US" dirty="0">
                <a:ea typeface="游ゴシック"/>
              </a:rPr>
              <a:t> </a:t>
            </a:r>
            <a:r>
              <a:rPr lang="en-US" altLang="ja-JP" dirty="0">
                <a:ea typeface="游ゴシック"/>
              </a:rPr>
              <a:t>you</a:t>
            </a:r>
            <a:r>
              <a:rPr lang="ja-JP" altLang="en-US" dirty="0">
                <a:ea typeface="游ゴシック"/>
              </a:rPr>
              <a:t> </a:t>
            </a:r>
            <a:r>
              <a:rPr lang="en-US" altLang="ja-JP" dirty="0">
                <a:ea typeface="游ゴシック"/>
              </a:rPr>
              <a:t>be</a:t>
            </a:r>
            <a:r>
              <a:rPr lang="ja-JP" altLang="en-US" dirty="0">
                <a:ea typeface="游ゴシック"/>
              </a:rPr>
              <a:t> </a:t>
            </a:r>
            <a:r>
              <a:rPr lang="en-US" altLang="ja-JP" dirty="0">
                <a:ea typeface="游ゴシック"/>
              </a:rPr>
              <a:t>happy</a:t>
            </a:r>
            <a:r>
              <a:rPr lang="ja-JP" altLang="en-US" dirty="0">
                <a:ea typeface="游ゴシック"/>
              </a:rPr>
              <a:t> </a:t>
            </a:r>
            <a:r>
              <a:rPr lang="en-US" altLang="ja-JP" dirty="0">
                <a:ea typeface="游ゴシック"/>
              </a:rPr>
              <a:t>if</a:t>
            </a:r>
            <a:r>
              <a:rPr lang="ja-JP" altLang="en-US" dirty="0">
                <a:ea typeface="游ゴシック"/>
              </a:rPr>
              <a:t> </a:t>
            </a:r>
            <a:r>
              <a:rPr lang="en-US" altLang="ja-JP" dirty="0">
                <a:ea typeface="游ゴシック"/>
              </a:rPr>
              <a:t>that</a:t>
            </a:r>
            <a:r>
              <a:rPr lang="ja-JP" altLang="en-US" dirty="0">
                <a:ea typeface="游ゴシック"/>
              </a:rPr>
              <a:t> </a:t>
            </a:r>
            <a:r>
              <a:rPr lang="en-US" altLang="ja-JP" dirty="0">
                <a:ea typeface="游ゴシック"/>
              </a:rPr>
              <a:t>stress</a:t>
            </a:r>
            <a:r>
              <a:rPr lang="ja-JP" altLang="en-US" dirty="0">
                <a:ea typeface="游ゴシック"/>
              </a:rPr>
              <a:t> </a:t>
            </a:r>
            <a:r>
              <a:rPr lang="en-US" altLang="ja-JP" dirty="0">
                <a:ea typeface="游ゴシック"/>
              </a:rPr>
              <a:t>could</a:t>
            </a:r>
            <a:r>
              <a:rPr lang="ja-JP" altLang="en-US" dirty="0">
                <a:ea typeface="游ゴシック"/>
              </a:rPr>
              <a:t> </a:t>
            </a:r>
            <a:r>
              <a:rPr lang="en-US" altLang="ja-JP" dirty="0">
                <a:ea typeface="游ゴシック"/>
              </a:rPr>
              <a:t>be</a:t>
            </a:r>
            <a:r>
              <a:rPr lang="ja-JP" altLang="en-US" dirty="0">
                <a:ea typeface="游ゴシック"/>
              </a:rPr>
              <a:t> </a:t>
            </a:r>
            <a:r>
              <a:rPr lang="en-US" altLang="ja-JP" dirty="0">
                <a:ea typeface="游ゴシック"/>
              </a:rPr>
              <a:t>reduced?</a:t>
            </a:r>
            <a:endParaRPr lang="ja-JP" dirty="0"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648623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ja-JP"/>
              <a:t>So I will pursue two objectives.</a:t>
            </a:r>
          </a:p>
          <a:p>
            <a:r>
              <a:rPr lang="ja-JP"/>
              <a:t>First, analyze the causes of stress.</a:t>
            </a:r>
          </a:p>
          <a:p>
            <a:r>
              <a:rPr lang="ja-JP" altLang="en-US">
                <a:ea typeface="游ゴシック"/>
              </a:rPr>
              <a:t>Secound, </a:t>
            </a:r>
            <a:r>
              <a:rPr lang="en-US" altLang="ja-JP" dirty="0">
                <a:ea typeface="游ゴシック"/>
              </a:rPr>
              <a:t>Quantify</a:t>
            </a:r>
            <a:r>
              <a:rPr lang="ja-JP" dirty="0">
                <a:ea typeface="游ゴシック"/>
              </a:rPr>
              <a:t> </a:t>
            </a:r>
            <a:r>
              <a:rPr lang="en-US" altLang="ja-JP" dirty="0">
                <a:ea typeface="游ゴシック"/>
              </a:rPr>
              <a:t>your</a:t>
            </a:r>
            <a:r>
              <a:rPr lang="ja-JP" dirty="0">
                <a:ea typeface="游ゴシック"/>
              </a:rPr>
              <a:t> </a:t>
            </a:r>
            <a:r>
              <a:rPr lang="en-US" altLang="ja-JP" dirty="0">
                <a:ea typeface="游ゴシック"/>
              </a:rPr>
              <a:t>current</a:t>
            </a:r>
            <a:r>
              <a:rPr lang="ja-JP" dirty="0">
                <a:ea typeface="游ゴシック"/>
              </a:rPr>
              <a:t> </a:t>
            </a:r>
            <a:r>
              <a:rPr lang="en-US" altLang="ja-JP" dirty="0">
                <a:ea typeface="游ゴシック"/>
              </a:rPr>
              <a:t>stress</a:t>
            </a:r>
            <a:r>
              <a:rPr lang="ja-JP" dirty="0">
                <a:ea typeface="游ゴシック"/>
              </a:rPr>
              <a:t> </a:t>
            </a:r>
            <a:r>
              <a:rPr lang="en-US" altLang="ja-JP" dirty="0">
                <a:ea typeface="游ゴシック"/>
              </a:rPr>
              <a:t>level</a:t>
            </a:r>
            <a:r>
              <a:rPr lang="ja-JP" dirty="0">
                <a:ea typeface="游ゴシック"/>
              </a:rPr>
              <a:t> </a:t>
            </a:r>
            <a:r>
              <a:rPr lang="en-US" altLang="ja-JP" dirty="0">
                <a:ea typeface="游ゴシック"/>
              </a:rPr>
              <a:t>to</a:t>
            </a:r>
            <a:r>
              <a:rPr lang="ja-JP" dirty="0">
                <a:ea typeface="游ゴシック"/>
              </a:rPr>
              <a:t> </a:t>
            </a:r>
            <a:r>
              <a:rPr lang="en-US" altLang="ja-JP" dirty="0">
                <a:ea typeface="游ゴシック"/>
              </a:rPr>
              <a:t>assess</a:t>
            </a:r>
            <a:r>
              <a:rPr lang="ja-JP" dirty="0">
                <a:ea typeface="游ゴシック"/>
              </a:rPr>
              <a:t> </a:t>
            </a:r>
            <a:r>
              <a:rPr lang="en-US" altLang="ja-JP" dirty="0">
                <a:ea typeface="游ゴシック"/>
              </a:rPr>
              <a:t>your</a:t>
            </a:r>
            <a:r>
              <a:rPr lang="ja-JP" dirty="0">
                <a:ea typeface="游ゴシック"/>
              </a:rPr>
              <a:t> </a:t>
            </a:r>
            <a:r>
              <a:rPr lang="en-US" altLang="ja-JP" dirty="0">
                <a:ea typeface="游ゴシック"/>
              </a:rPr>
              <a:t>physical</a:t>
            </a:r>
            <a:r>
              <a:rPr lang="ja-JP" dirty="0">
                <a:ea typeface="游ゴシック"/>
              </a:rPr>
              <a:t> </a:t>
            </a:r>
            <a:r>
              <a:rPr lang="en-US" altLang="ja-JP" dirty="0">
                <a:ea typeface="游ゴシック"/>
              </a:rPr>
              <a:t>condition</a:t>
            </a:r>
            <a:r>
              <a:rPr lang="ja-JP" dirty="0">
                <a:ea typeface="游ゴシック"/>
              </a:rPr>
              <a:t> </a:t>
            </a:r>
            <a:r>
              <a:rPr lang="en-US" altLang="ja-JP" dirty="0">
                <a:ea typeface="游ゴシック"/>
              </a:rPr>
              <a:t>objectively.</a:t>
            </a:r>
            <a:endParaRPr lang="ja-JP" altLang="en-US" dirty="0"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635141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DC316-C707-A115-EA87-2912CCB45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E07A6A0-74B5-8A3D-45D7-34F3B30BE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63EC898-22C5-F479-FFB7-6FA9696B6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ja-JP">
                <a:ea typeface="游ゴシック"/>
              </a:rPr>
              <a:t>Therefore, I used this data as input for machine learning.</a:t>
            </a:r>
          </a:p>
          <a:p>
            <a:r>
              <a:rPr lang="en-US" altLang="ja-JP" dirty="0">
                <a:ea typeface="游ゴシック"/>
              </a:rPr>
              <a:t>...</a:t>
            </a:r>
            <a:endParaRPr lang="ja-JP" dirty="0">
              <a:ea typeface="游ゴシック"/>
            </a:endParaRPr>
          </a:p>
          <a:p>
            <a:endParaRPr lang="ja-JP" altLang="en-US" dirty="0"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640042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2AB83-403D-211C-6028-2F2539282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EE2E949-0D68-9A75-A4F7-98066A86FE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07E43CE-73DD-A3F2-9219-68FC36D62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en-US" altLang="ja-JP" dirty="0">
                <a:ea typeface="游ゴシック"/>
              </a:rPr>
              <a:t>I</a:t>
            </a:r>
            <a:r>
              <a:rPr lang="ja-JP">
                <a:ea typeface="游ゴシック"/>
              </a:rPr>
              <a:t> created a correlation heatmap of these features.</a:t>
            </a:r>
          </a:p>
          <a:p>
            <a:r>
              <a:rPr lang="ja-JP"/>
              <a:t>Then, we selected those with absolute correlation coefficients of 0.3 or higher for training.</a:t>
            </a:r>
          </a:p>
          <a:p>
            <a:r>
              <a:rPr lang="ja-JP" altLang="en-US" dirty="0">
                <a:ea typeface="游ゴシック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840859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4D874-EB7D-91B5-9C7A-4BA63CCD3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12A899C-46A2-A6AF-838E-C58AB8C93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8B39E4E-FCD9-4DF8-D31E-D318B6D51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ja-JP"/>
              <a:t>We evaluate the model we actually trained.</a:t>
            </a:r>
          </a:p>
          <a:p>
            <a:r>
              <a:rPr lang="ja-JP"/>
              <a:t>The evaluation metrics are MAE and R2.</a:t>
            </a:r>
          </a:p>
          <a:p>
            <a:r>
              <a:rPr lang="ja-JP"/>
              <a:t>The MAE is 0.051, meaning the stress values, rated from 1 to 10, are on average 0.05 off.</a:t>
            </a:r>
          </a:p>
          <a:p>
            <a:r>
              <a:rPr lang="ja-JP"/>
              <a:t>Next, the R2 is 0.991, indicating extremely high accuracy.</a:t>
            </a:r>
          </a:p>
          <a:p>
            <a:r>
              <a:rPr lang="ja-JP"/>
              <a:t>This might be partly due to the small amount of data.</a:t>
            </a:r>
          </a:p>
        </p:txBody>
      </p:sp>
    </p:spTree>
    <p:extLst>
      <p:ext uri="{BB962C8B-B14F-4D97-AF65-F5344CB8AC3E}">
        <p14:creationId xmlns:p14="http://schemas.microsoft.com/office/powerpoint/2010/main" val="2983254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3FE1D-AA37-456E-2AA4-F1F246FB3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22A0FBC-04F2-D433-680A-1740C5794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5295F77-E41A-8F90-D9B8-9D57DCF0C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ja-JP"/>
              <a:t>Now that we know the model's accuracy, let's actually try using it.</a:t>
            </a:r>
            <a:endParaRPr lang="ja-JP" altLang="en-US"/>
          </a:p>
          <a:p>
            <a:endParaRPr lang="ja-JP" altLang="en-US" dirty="0">
              <a:latin typeface="游ゴシック"/>
              <a:ea typeface="游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10621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画像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ja-JP"/>
            </a:defPPr>
          </a:lstStyle>
          <a:p>
            <a:pPr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フリーフォーム:図形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フリーフォーム:図形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b="1"/>
              <a:t>クリックしてタイトルを追加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議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フリーフォーム(F)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" name="フリーフォーム(F)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9" name="グループ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フリーフォーム(F)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フリーフォーム(F)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4" name="画像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ja-JP"/>
            </a:defPPr>
          </a:lstStyle>
          <a:p>
            <a:pPr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b="1"/>
              <a:t>クリックしてタイトルを追加</a:t>
            </a: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ja-JP" sz="2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347472">
              <a:lnSpc>
                <a:spcPct val="150000"/>
              </a:lnSpc>
              <a:spcBef>
                <a:spcPts val="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85800">
              <a:lnSpc>
                <a:spcPct val="150000"/>
              </a:lnSpc>
              <a:spcBef>
                <a:spcPts val="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</a:lstStyle>
          <a:p>
            <a:pPr lvl="0" rtl="0"/>
            <a:r>
              <a:rPr lang="ja-JP"/>
              <a:t>クリックしてテキストを追加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ja-JP" sz="1600" b="1"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fld id="{48F63A3B-78C7-47BE-AE5E-E10140E04643}" type="slidenum">
              <a:rPr lang="en-US" altLang="ja-JP" smtClean="0"/>
              <a:pPr/>
              <a:t>‹#›</a:t>
            </a:fld>
            <a:endParaRPr lang="en-US" altLang="en-US">
              <a:latin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概要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長方形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ja-JP"/>
            </a:defPPr>
          </a:lstStyle>
          <a:p>
            <a:pPr algn="ctr" rtl="0"/>
            <a:endParaRPr lang="ja-JP" sz="4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長方形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18" name="グループ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フリーフォーム:図形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ja-JP"/>
              </a:defPPr>
            </a:lstStyle>
            <a:p>
              <a:pPr lvl="0" rtl="0"/>
              <a:endParaRPr lang="ja-JP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" name="フリーフォーム:図形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ja-JP"/>
              </a:defPPr>
            </a:lstStyle>
            <a:p>
              <a:pPr lvl="0" rtl="0"/>
              <a:endParaRPr lang="ja-JP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6" name="画像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ja-JP"/>
              </a:defPPr>
            </a:lstStyle>
            <a:p>
              <a:pPr rtl="0"/>
              <a:endParaRPr lang="ja-JP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ja-JP" sz="36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b="1"/>
              <a:t>クリックしてタイトルを追加</a:t>
            </a:r>
          </a:p>
        </p:txBody>
      </p:sp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 rtl="0"/>
            <a:r>
              <a:rPr lang="ja-JP"/>
              <a:t>クリックして写真を追加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 ヘッダ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長方形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ja-JP"/>
            </a:defPPr>
          </a:lstStyle>
          <a:p>
            <a:pPr algn="ctr" rtl="0"/>
            <a:endParaRPr lang="ja-JP" sz="4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長方形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フリーフォーム(F)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フリーフォーム(F)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ja-JP"/>
            </a:defPPr>
          </a:lstStyle>
          <a:p>
            <a:pPr lvl="0" algn="ctr"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b="1"/>
              <a:t>クリックしてテキストを追加</a:t>
            </a: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ja-JP" sz="2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347472">
              <a:lnSpc>
                <a:spcPct val="100000"/>
              </a:lnSpc>
              <a:spcBef>
                <a:spcPts val="0"/>
              </a:spcBef>
              <a:defRPr lang="ja-JP" sz="24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85800">
              <a:lnSpc>
                <a:spcPct val="100000"/>
              </a:lnSpc>
              <a:spcBef>
                <a:spcPts val="0"/>
              </a:spcBef>
              <a:defRPr lang="ja-JP" sz="24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</a:lstStyle>
          <a:p>
            <a:pPr lvl="0" rtl="0"/>
            <a:r>
              <a:rPr lang="ja-JP"/>
              <a:t>クリックしてテキストを追加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</p:txBody>
      </p:sp>
      <p:sp>
        <p:nvSpPr>
          <p:cNvPr id="52" name="図プレースホルダー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 rtl="0"/>
            <a:r>
              <a:rPr lang="ja-JP"/>
              <a:t>クリックして写真を追加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用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画像​​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ja-JP"/>
            </a:defPPr>
          </a:lstStyle>
          <a:p>
            <a:pPr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フリーフォーム:図形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ja-JP"/>
            </a:defPPr>
          </a:lstStyle>
          <a:p>
            <a:pPr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フリーフォーム(F)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フリーフォーム(F)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画像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ja-JP"/>
            </a:defPPr>
          </a:lstStyle>
          <a:p>
            <a:pPr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ja-JP" sz="3600" b="1">
                <a:latin typeface="Meiryo UI" panose="020B0604030504040204" pitchFamily="50" charset="-128"/>
                <a:ea typeface="Meiryo UI" panose="020B0604030504040204" pitchFamily="50" charset="-128"/>
                <a:cs typeface="+mj-cs" panose="020B0604020202020204" pitchFamily="34" charset="0"/>
              </a:defRPr>
            </a:lvl1pPr>
          </a:lstStyle>
          <a:p>
            <a:pPr rtl="0"/>
            <a:r>
              <a:rPr lang="ja-JP" b="1"/>
              <a:t>クリックしてタイトルを追加</a:t>
            </a:r>
          </a:p>
        </p:txBody>
      </p:sp>
      <p:sp>
        <p:nvSpPr>
          <p:cNvPr id="13" name="コンテンツ プレースホルダー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クリックしてテキストを追加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18" name="スライド番号プレースホルダー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ja-JP" sz="1600" b="1"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fld id="{48F63A3B-78C7-47BE-AE5E-E10140E04643}" type="slidenum">
              <a:rPr lang="en-US" altLang="ja-JP" smtClean="0"/>
              <a:pPr/>
              <a:t>‹#›</a:t>
            </a:fld>
            <a:endParaRPr lang="en-US" altLang="en-US">
              <a:latin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較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タイトル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b="1"/>
              <a:t>クリックしてタイトルを追加</a:t>
            </a:r>
          </a:p>
        </p:txBody>
      </p:sp>
      <p:sp>
        <p:nvSpPr>
          <p:cNvPr id="11" name="画像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ja-JP"/>
            </a:defPPr>
          </a:lstStyle>
          <a:p>
            <a:pPr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3" name="画像​​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フリーフォーム:図形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ja-JP"/>
            </a:defPPr>
          </a:lstStyle>
          <a:p>
            <a:pPr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画像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ja-JP"/>
            </a:defPPr>
          </a:lstStyle>
          <a:p>
            <a:pPr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9" name="画像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スライド番号プレースホルダー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ja-JP" sz="1600" b="1"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fld id="{48F63A3B-78C7-47BE-AE5E-E10140E04643}" type="slidenum">
              <a:rPr lang="en-US" altLang="ja-JP" smtClean="0"/>
              <a:pPr/>
              <a:t>‹#›</a:t>
            </a:fld>
            <a:endParaRPr lang="en-US" altLang="en-US">
              <a:latin typeface="Meiryo UI" panose="020B0604030504040204" pitchFamily="50" charset="-128"/>
            </a:endParaRPr>
          </a:p>
        </p:txBody>
      </p:sp>
      <p:sp>
        <p:nvSpPr>
          <p:cNvPr id="2" name="コンテンツ プレースホルダー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ja-JP" sz="2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347472">
              <a:lnSpc>
                <a:spcPct val="100000"/>
              </a:lnSpc>
              <a:spcBef>
                <a:spcPts val="0"/>
              </a:spcBef>
              <a:defRPr lang="ja-JP" sz="24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85800">
              <a:lnSpc>
                <a:spcPct val="100000"/>
              </a:lnSpc>
              <a:spcBef>
                <a:spcPts val="0"/>
              </a:spcBef>
              <a:defRPr lang="ja-JP" sz="24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</a:lstStyle>
          <a:p>
            <a:pPr lvl="0" rtl="0"/>
            <a:r>
              <a:rPr lang="ja-JP"/>
              <a:t>クリックしてテキストを追加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フリーフォーム(F)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altLang="en-US" noProof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フリーフォーム(F)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altLang="en-US" noProof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フリーフォーム(F)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altLang="en-US" noProof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フリーフォーム(F)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altLang="en-US" noProof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タイトル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b="1" noProof="0"/>
              <a:t>クリックしてタイトルを追加</a:t>
            </a:r>
          </a:p>
        </p:txBody>
      </p:sp>
      <p:sp>
        <p:nvSpPr>
          <p:cNvPr id="19" name="スライド番号プレースホルダー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ja-JP" sz="1600" b="1"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fld id="{48F63A3B-78C7-47BE-AE5E-E10140E04643}" type="slidenum">
              <a:rPr lang="en-US" altLang="ja-JP" noProof="0" smtClean="0"/>
              <a:pPr/>
              <a:t>‹#›</a:t>
            </a:fld>
            <a:endParaRPr lang="ja-JP" altLang="en-US" noProof="0">
              <a:latin typeface="Meiryo UI" panose="020B0604030504040204" pitchFamily="50" charset="-128"/>
            </a:endParaRPr>
          </a:p>
        </p:txBody>
      </p:sp>
      <p:sp>
        <p:nvSpPr>
          <p:cNvPr id="23" name="コンテンツ プレースホルダー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3464" indent="-283464"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283464" indent="-283464"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283464" indent="-283464"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283464" indent="-283464"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/>
              <a:t>クリックしてテキストを追加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25" name="コンテンツ プレースホルダー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3464" indent="-283464"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283464" indent="-283464"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283464" indent="-283464"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283464" indent="-283464"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/>
              <a:t>クリックしてテキストを追加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ムライン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長方形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ja-JP"/>
            </a:defPPr>
          </a:lstStyle>
          <a:p>
            <a:pPr algn="ctr" rtl="0"/>
            <a:endParaRPr lang="ja-JP" sz="4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長方形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ja-JP" sz="3600">
                <a:solidFill>
                  <a:schemeClr val="accent6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b="1"/>
              <a:t>クリックしてタイトルを追加</a:t>
            </a: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indent="-283464">
              <a:spcBef>
                <a:spcPts val="1000"/>
              </a:spcBef>
              <a:defRPr lang="ja-JP" sz="1800"/>
            </a:lvl5pPr>
          </a:lstStyle>
          <a:p>
            <a:pPr lvl="0" rtl="0"/>
            <a:r>
              <a:rPr lang="ja-JP"/>
              <a:t>クリックしてテキストを追加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indent="-283464"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indent="-283464"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indent="-283464"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indent="-283464"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クリックしてテキストを追加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31" name="図プレースホルダー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 rtl="0"/>
            <a:r>
              <a:rPr lang="ja-JP"/>
              <a:t>クリックして写真を追加</a:t>
            </a:r>
          </a:p>
        </p:txBody>
      </p:sp>
      <p:grpSp>
        <p:nvGrpSpPr>
          <p:cNvPr id="32" name="グループ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フリーフォーム:図形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ja-JP"/>
              </a:defPPr>
            </a:lstStyle>
            <a:p>
              <a:pPr lvl="0" rtl="0"/>
              <a:endParaRPr lang="ja-JP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1" name="フリーフォーム:図形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ja-JP"/>
              </a:defPPr>
            </a:lstStyle>
            <a:p>
              <a:pPr lvl="0" rtl="0"/>
              <a:endParaRPr lang="ja-JP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2" name="フリーフォーム:図形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ja-JP"/>
              </a:defPPr>
            </a:lstStyle>
            <a:p>
              <a:pPr lvl="0" rtl="0"/>
              <a:endParaRPr lang="ja-JP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3" name="画像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ja-JP"/>
              </a:defPPr>
            </a:lstStyle>
            <a:p>
              <a:pPr rtl="0"/>
              <a:endParaRPr lang="ja-JP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44" name="スライド番号プレースホルダー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ja-JP" sz="1600" b="1"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fld id="{48F63A3B-78C7-47BE-AE5E-E10140E04643}" type="slidenum">
              <a:rPr lang="en-US" altLang="ja-JP" smtClean="0"/>
              <a:pPr/>
              <a:t>‹#›</a:t>
            </a:fld>
            <a:endParaRPr lang="en-US" altLang="en-US">
              <a:latin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概要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リーフォーム(F)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ja-JP"/>
            </a:defPPr>
          </a:lstStyle>
          <a:p>
            <a:pPr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画像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ja-JP"/>
            </a:defPPr>
          </a:lstStyle>
          <a:p>
            <a:pPr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フリーフォーム(F)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ja-JP"/>
            </a:defPPr>
          </a:lstStyle>
          <a:p>
            <a:pPr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" name="画像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フリーフォーム(F)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ja-JP"/>
            </a:defPPr>
          </a:lstStyle>
          <a:p>
            <a:pPr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ja-JP" sz="36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b="1"/>
              <a:t>マスター タイトルの書式設定</a:t>
            </a:r>
            <a:endParaRPr lang="ja-JP" b="1"/>
          </a:p>
        </p:txBody>
      </p:sp>
      <p:sp>
        <p:nvSpPr>
          <p:cNvPr id="30" name="コンテンツ プレースホルダー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ja-JP" sz="2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347472">
              <a:lnSpc>
                <a:spcPct val="100000"/>
              </a:lnSpc>
              <a:spcBef>
                <a:spcPts val="0"/>
              </a:spcBef>
              <a:defRPr lang="ja-JP" sz="24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85800">
              <a:lnSpc>
                <a:spcPct val="100000"/>
              </a:lnSpc>
              <a:spcBef>
                <a:spcPts val="0"/>
              </a:spcBef>
              <a:defRPr lang="ja-JP" sz="24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</a:lstStyle>
          <a:p>
            <a:pPr lvl="0" rtl="0"/>
            <a:r>
              <a:rPr lang="ja-JP"/>
              <a:t>クリックしてテキストを追加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</p:txBody>
      </p:sp>
      <p:sp>
        <p:nvSpPr>
          <p:cNvPr id="10" name="図プレースホルダー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/>
              <a:t>アイコンをクリックして図を追加</a:t>
            </a:r>
            <a:endParaRPr lang="ja-JP"/>
          </a:p>
        </p:txBody>
      </p:sp>
      <p:sp>
        <p:nvSpPr>
          <p:cNvPr id="20" name="スライド番号プレースホルダー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ja-JP" sz="1600" b="1"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fld id="{48F63A3B-78C7-47BE-AE5E-E10140E04643}" type="slidenum">
              <a:rPr lang="en-US" altLang="ja-JP" smtClean="0"/>
              <a:pPr/>
              <a:t>‹#›</a:t>
            </a:fld>
            <a:endParaRPr lang="en-US" altLang="en-US">
              <a:latin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ムライン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フリーフォーム(F)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フリーフォーム(F)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画像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ja-JP"/>
            </a:defPPr>
          </a:lstStyle>
          <a:p>
            <a:pPr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ja-JP" sz="3600">
                <a:solidFill>
                  <a:schemeClr val="accent6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b="1"/>
              <a:t>クリックしてタイトルを追加</a:t>
            </a:r>
          </a:p>
        </p:txBody>
      </p:sp>
      <p:sp>
        <p:nvSpPr>
          <p:cNvPr id="4" name="テキスト プレースホルダー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クリックしてサブタイトルを追加</a:t>
            </a: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クリックしてテキストを追加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20" name="スライド番号プレースホルダー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ja-JP" sz="1600" b="1"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fld id="{48F63A3B-78C7-47BE-AE5E-E10140E04643}" type="slidenum">
              <a:rPr lang="en-US" altLang="ja-JP" smtClean="0"/>
              <a:pPr/>
              <a:t>‹#›</a:t>
            </a:fld>
            <a:endParaRPr lang="en-US" altLang="en-US">
              <a:latin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概要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グラフィック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ja-JP" sz="36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b="1"/>
              <a:t>クリックしてタイトルを追加</a:t>
            </a:r>
          </a:p>
        </p:txBody>
      </p:sp>
      <p:sp>
        <p:nvSpPr>
          <p:cNvPr id="49" name="フリーフォーム(F)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ja-JP"/>
            </a:defPPr>
          </a:lstStyle>
          <a:p>
            <a:pPr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コンテンツ プレースホルダー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クリックしてテキストを追加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18" name="コンテンツ プレースホルダー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クリックしてテキストを追加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27" name="スライド番号プレースホルダー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ja-JP" sz="1600" b="1"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fld id="{48F63A3B-78C7-47BE-AE5E-E10140E04643}" type="slidenum">
              <a:rPr lang="en-US" altLang="ja-JP" smtClean="0"/>
              <a:pPr/>
              <a:t>‹#›</a:t>
            </a:fld>
            <a:endParaRPr lang="en-US" altLang="en-US">
              <a:latin typeface="Meiryo UI" panose="020B0604030504040204" pitchFamily="50" charset="-128"/>
            </a:endParaRPr>
          </a:p>
        </p:txBody>
      </p:sp>
      <p:pic>
        <p:nvPicPr>
          <p:cNvPr id="43" name="グラフィック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グラフィック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画像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ja-JP"/>
            </a:defPPr>
          </a:lstStyle>
          <a:p>
            <a:pPr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ムライン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長方形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ja-JP"/>
            </a:defPPr>
          </a:lstStyle>
          <a:p>
            <a:pPr algn="ctr" rtl="0"/>
            <a:endParaRPr lang="ja-JP" sz="4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長方形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ja-JP" sz="3600">
                <a:solidFill>
                  <a:schemeClr val="accent6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b="1"/>
              <a:t>クリックしてタイトルを追加</a:t>
            </a:r>
          </a:p>
        </p:txBody>
      </p:sp>
      <p:sp>
        <p:nvSpPr>
          <p:cNvPr id="14" name="コンテンツ プレースホルダー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spcBef>
                <a:spcPts val="1000"/>
              </a:spcBef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クリックしてテキストを追加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16" name="スライド番号プレースホルダー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ja-JP" sz="1600" b="1"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fld id="{48F63A3B-78C7-47BE-AE5E-E10140E04643}" type="slidenum">
              <a:rPr lang="en-US" altLang="ja-JP" smtClean="0"/>
              <a:pPr/>
              <a:t>‹#›</a:t>
            </a:fld>
            <a:endParaRPr lang="en-US" altLang="en-US">
              <a:latin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結び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フリーフォーム:図形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フリーフォーム:図形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ja-JP"/>
            </a:defPPr>
          </a:lstStyle>
          <a:p>
            <a:pPr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9" name="画像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b="1"/>
              <a:t>クリックしてタイトルを追加</a:t>
            </a:r>
          </a:p>
        </p:txBody>
      </p:sp>
      <p:sp>
        <p:nvSpPr>
          <p:cNvPr id="6" name="サブタイトル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ja-JP" sz="2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lang="ja-JP" sz="2000"/>
            </a:lvl2pPr>
            <a:lvl3pPr marL="914400" indent="0" algn="ctr">
              <a:buNone/>
              <a:defRPr lang="ja-JP" sz="1800"/>
            </a:lvl3pPr>
            <a:lvl4pPr marL="1371600" indent="0" algn="ctr">
              <a:buNone/>
              <a:defRPr lang="ja-JP" sz="1600"/>
            </a:lvl4pPr>
            <a:lvl5pPr marL="1828800" indent="0" algn="ctr">
              <a:buNone/>
              <a:defRPr lang="ja-JP" sz="1600"/>
            </a:lvl5pPr>
            <a:lvl6pPr marL="2286000" indent="0" algn="ctr">
              <a:buNone/>
              <a:defRPr lang="ja-JP" sz="1600"/>
            </a:lvl6pPr>
            <a:lvl7pPr marL="2743200" indent="0" algn="ctr">
              <a:buNone/>
              <a:defRPr lang="ja-JP" sz="1600"/>
            </a:lvl7pPr>
            <a:lvl8pPr marL="3200400" indent="0" algn="ctr">
              <a:buNone/>
              <a:defRPr lang="ja-JP" sz="1600"/>
            </a:lvl8pPr>
            <a:lvl9pPr marL="3657600" indent="0" algn="ctr">
              <a:buNone/>
              <a:defRPr lang="ja-JP" sz="1600"/>
            </a:lvl9pPr>
          </a:lstStyle>
          <a:p>
            <a:pPr rtl="0"/>
            <a:r>
              <a:rPr lang="ja-JP"/>
              <a:t>クリックしてサブタイトルを追加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リーフォーム:図形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フリーフォーム:図形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b="1"/>
              <a:t>クリックしてタイトルを追加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ja-JP"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</a:lstStyle>
          <a:p>
            <a:fld id="{48F63A3B-78C7-47BE-AE5E-E10140E04643}" type="slidenum">
              <a:rPr lang="en-US" altLang="ja-JP" smtClean="0"/>
              <a:pPr/>
              <a:t>‹#›</a:t>
            </a:fld>
            <a:endParaRPr lang="en-US" altLang="en-US">
              <a:latin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リーフォーム:図形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フリーフォーム:図形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ja-JP"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</a:lstStyle>
          <a:p>
            <a:fld id="{48F63A3B-78C7-47BE-AE5E-E10140E04643}" type="slidenum">
              <a:rPr lang="en-US" altLang="ja-JP" smtClean="0"/>
              <a:pPr/>
              <a:t>‹#›</a:t>
            </a:fld>
            <a:endParaRPr lang="en-US" altLang="en-US">
              <a:latin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フリーフォーム:図形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ja-JP" sz="3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b="1"/>
              <a:t>クリックしてタイトルを追加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ja-JP"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</a:lstStyle>
          <a:p>
            <a:fld id="{48F63A3B-78C7-47BE-AE5E-E10140E04643}" type="slidenum">
              <a:rPr lang="en-US" altLang="ja-JP" smtClean="0"/>
              <a:pPr/>
              <a:t>‹#›</a:t>
            </a:fld>
            <a:endParaRPr lang="en-US" altLang="en-US">
              <a:latin typeface="Meiryo UI" panose="020B0604030504040204" pitchFamily="50" charset="-128"/>
            </a:endParaRP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ja-JP" sz="1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lang="ja-JP" sz="1400"/>
            </a:lvl2pPr>
            <a:lvl3pPr marL="914400" indent="0">
              <a:buNone/>
              <a:defRPr lang="ja-JP" sz="1200"/>
            </a:lvl3pPr>
            <a:lvl4pPr marL="1371600" indent="0">
              <a:buNone/>
              <a:defRPr lang="ja-JP" sz="1000"/>
            </a:lvl4pPr>
            <a:lvl5pPr marL="1828800" indent="0">
              <a:buNone/>
              <a:defRPr lang="ja-JP" sz="1000"/>
            </a:lvl5pPr>
            <a:lvl6pPr marL="2286000" indent="0">
              <a:buNone/>
              <a:defRPr lang="ja-JP" sz="1000"/>
            </a:lvl6pPr>
            <a:lvl7pPr marL="2743200" indent="0">
              <a:buNone/>
              <a:defRPr lang="ja-JP" sz="1000"/>
            </a:lvl7pPr>
            <a:lvl8pPr marL="3200400" indent="0">
              <a:buNone/>
              <a:defRPr lang="ja-JP" sz="1000"/>
            </a:lvl8pPr>
            <a:lvl9pPr marL="3657600" indent="0">
              <a:buNone/>
              <a:defRPr lang="ja-JP" sz="1000"/>
            </a:lvl9pPr>
          </a:lstStyle>
          <a:p>
            <a:pPr lvl="0" rtl="0"/>
            <a:r>
              <a:rPr lang="ja-JP"/>
              <a:t>クリックしてテキストを追加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ja-JP" sz="3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lang="ja-JP" sz="2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 lang="ja-JP" sz="24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  <a:lvl6pPr>
              <a:defRPr lang="ja-JP" sz="2000"/>
            </a:lvl6pPr>
            <a:lvl7pPr>
              <a:defRPr lang="ja-JP" sz="2000"/>
            </a:lvl7pPr>
            <a:lvl8pPr>
              <a:defRPr lang="ja-JP" sz="2000"/>
            </a:lvl8pPr>
            <a:lvl9pPr>
              <a:defRPr lang="ja-JP" sz="2000"/>
            </a:lvl9pPr>
          </a:lstStyle>
          <a:p>
            <a:pPr lvl="0" rtl="0"/>
            <a:r>
              <a:rPr lang="ja-JP"/>
              <a:t>クリックしてテキストを追加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キャプション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フリーフォーム:図形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ja-JP" sz="3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b="1"/>
              <a:t>クリックしてタイトルを追加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ja-JP"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</a:lstStyle>
          <a:p>
            <a:fld id="{48F63A3B-78C7-47BE-AE5E-E10140E04643}" type="slidenum">
              <a:rPr lang="en-US" altLang="ja-JP" smtClean="0"/>
              <a:pPr/>
              <a:t>‹#›</a:t>
            </a:fld>
            <a:endParaRPr lang="en-US" altLang="en-US">
              <a:latin typeface="Meiryo UI" panose="020B0604030504040204" pitchFamily="50" charset="-128"/>
            </a:endParaRP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ja-JP" sz="1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lang="ja-JP" sz="1400"/>
            </a:lvl2pPr>
            <a:lvl3pPr marL="914400" indent="0">
              <a:buNone/>
              <a:defRPr lang="ja-JP" sz="1200"/>
            </a:lvl3pPr>
            <a:lvl4pPr marL="1371600" indent="0">
              <a:buNone/>
              <a:defRPr lang="ja-JP" sz="1000"/>
            </a:lvl4pPr>
            <a:lvl5pPr marL="1828800" indent="0">
              <a:buNone/>
              <a:defRPr lang="ja-JP" sz="1000"/>
            </a:lvl5pPr>
            <a:lvl6pPr marL="2286000" indent="0">
              <a:buNone/>
              <a:defRPr lang="ja-JP" sz="1000"/>
            </a:lvl6pPr>
            <a:lvl7pPr marL="2743200" indent="0">
              <a:buNone/>
              <a:defRPr lang="ja-JP" sz="1000"/>
            </a:lvl7pPr>
            <a:lvl8pPr marL="3200400" indent="0">
              <a:buNone/>
              <a:defRPr lang="ja-JP" sz="1000"/>
            </a:lvl8pPr>
            <a:lvl9pPr marL="3657600" indent="0">
              <a:buNone/>
              <a:defRPr lang="ja-JP" sz="1000"/>
            </a:lvl9pPr>
          </a:lstStyle>
          <a:p>
            <a:pPr lvl="0" rtl="0"/>
            <a:r>
              <a:rPr lang="ja-JP"/>
              <a:t>クリックしてテキストを追加</a:t>
            </a:r>
          </a:p>
        </p:txBody>
      </p:sp>
      <p:sp>
        <p:nvSpPr>
          <p:cNvPr id="3" name="図プレースホルダー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ja-JP" sz="2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lang="ja-JP" sz="2800"/>
            </a:lvl2pPr>
            <a:lvl3pPr marL="914400" indent="0">
              <a:buNone/>
              <a:defRPr lang="ja-JP" sz="2400"/>
            </a:lvl3pPr>
            <a:lvl4pPr marL="1371600" indent="0">
              <a:buNone/>
              <a:defRPr lang="ja-JP" sz="2000"/>
            </a:lvl4pPr>
            <a:lvl5pPr marL="1828800" indent="0">
              <a:buNone/>
              <a:defRPr lang="ja-JP" sz="2000"/>
            </a:lvl5pPr>
            <a:lvl6pPr marL="2286000" indent="0">
              <a:buNone/>
              <a:defRPr lang="ja-JP" sz="2000"/>
            </a:lvl6pPr>
            <a:lvl7pPr marL="2743200" indent="0">
              <a:buNone/>
              <a:defRPr lang="ja-JP" sz="2000"/>
            </a:lvl7pPr>
            <a:lvl8pPr marL="3200400" indent="0">
              <a:buNone/>
              <a:defRPr lang="ja-JP" sz="2000"/>
            </a:lvl8pPr>
            <a:lvl9pPr marL="3657600" indent="0">
              <a:buNone/>
              <a:defRPr lang="ja-JP" sz="2000"/>
            </a:lvl9pPr>
          </a:lstStyle>
          <a:p>
            <a:pPr rtl="0"/>
            <a:r>
              <a:rPr lang="ja-JP"/>
              <a:t>クリックして写真を追加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ja-JP" sz="1200">
                <a:solidFill>
                  <a:schemeClr val="accent6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 panose="020B0604020202020204" pitchFamily="34" charset="0"/>
              </a:defRPr>
            </a:lvl1pPr>
          </a:lstStyle>
          <a:p>
            <a:fld id="{48F63A3B-78C7-47BE-AE5E-E10140E04643}" type="slidenum">
              <a:rPr lang="en-US" altLang="ja-JP" smtClean="0"/>
              <a:pPr/>
              <a:t>‹#›</a:t>
            </a:fld>
            <a:endParaRPr lang="en-US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ja-JP"/>
            </a:defPPr>
          </a:lstStyle>
          <a:p>
            <a:pPr rtl="0"/>
            <a:r>
              <a:rPr lang="ja-JP" b="1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ja-JP"/>
            </a:defPPr>
          </a:lstStyle>
          <a:p>
            <a:pPr lvl="0" rtl="0"/>
            <a:r>
              <a:rPr lang="ja-JP"/>
              <a:t>クリックしてマスター テキストのスタイルを編集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kumimoji="1" lang="ja-JP" sz="3800" b="1" kern="1200" cap="all" baseline="0">
          <a:solidFill>
            <a:schemeClr val="accent6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kumimoji="1" lang="ja-JP" sz="2800" kern="1200">
          <a:solidFill>
            <a:schemeClr val="accent6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kumimoji="1" lang="ja-JP" sz="2400" kern="1200">
          <a:solidFill>
            <a:schemeClr val="accent6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kumimoji="1" lang="ja-JP" sz="2000" kern="1200">
          <a:solidFill>
            <a:schemeClr val="accent6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kumimoji="1" lang="ja-JP" sz="1800" kern="1200">
          <a:solidFill>
            <a:schemeClr val="accent6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kumimoji="1" lang="ja-JP" sz="1800" kern="1200">
          <a:solidFill>
            <a:schemeClr val="accent6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49782"/>
            <a:ext cx="5994399" cy="2727709"/>
          </a:xfrm>
        </p:spPr>
        <p:txBody>
          <a:bodyPr vert="horz" lIns="91440" tIns="0" rIns="91440" bIns="0" rtlCol="0" anchor="b" anchorCtr="0">
            <a:normAutofit/>
          </a:bodyPr>
          <a:lstStyle>
            <a:defPPr>
              <a:defRPr lang="ja-JP"/>
            </a:defPPr>
          </a:lstStyle>
          <a:p>
            <a:r>
              <a:rPr lang="en-US" altLang="ja-JP" sz="4000" dirty="0">
                <a:solidFill>
                  <a:schemeClr val="accent6">
                    <a:lumMod val="60000"/>
                    <a:lumOff val="40000"/>
                  </a:schemeClr>
                </a:solidFill>
                <a:latin typeface="Meiryo UI"/>
                <a:ea typeface="Meiryo UI"/>
              </a:rPr>
              <a:t>Your Life better!!</a:t>
            </a:r>
            <a:br>
              <a:rPr lang="en-US" altLang="ja-JP" sz="4000" b="1" kern="1200" cap="all" baseline="0" dirty="0">
                <a:solidFill>
                  <a:schemeClr val="accent6">
                    <a:lumMod val="60000"/>
                    <a:lumOff val="4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en-US" altLang="ja-JP" sz="2400" dirty="0">
                <a:latin typeface="Meiryo UI"/>
                <a:ea typeface="Meiryo UI"/>
              </a:rPr>
              <a:t>~</a:t>
            </a:r>
            <a:r>
              <a:rPr lang="en-US" sz="2400" dirty="0">
                <a:latin typeface="Meiryo UI"/>
                <a:ea typeface="Meiryo UI"/>
              </a:rPr>
              <a:t>Measure your stress levels</a:t>
            </a:r>
            <a:r>
              <a:rPr lang="en-US" altLang="ja-JP" sz="2400" dirty="0">
                <a:latin typeface="Meiryo UI"/>
                <a:ea typeface="Meiryo UI"/>
              </a:rPr>
              <a:t>~</a:t>
            </a:r>
            <a:br>
              <a:rPr lang="en-US" altLang="ja-JP" sz="2400" dirty="0"/>
            </a:br>
            <a:endParaRPr lang="ja-JP" altLang="en-US" sz="4000" b="1" kern="1200" cap="all" baseline="0">
              <a:latin typeface="Meiryo UI" panose="020B0604030504040204" pitchFamily="50" charset="-128"/>
              <a:ea typeface="Meiryo UI" panose="020B0604030504040204" pitchFamily="50" charset="-128"/>
              <a:cs typeface="+mj-cs"/>
            </a:endParaRP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B1FFEC4A-4607-4AB9-B0EA-5B4C6CA888B8}"/>
              </a:ext>
            </a:extLst>
          </p:cNvPr>
          <p:cNvSpPr txBox="1">
            <a:spLocks/>
          </p:cNvSpPr>
          <p:nvPr/>
        </p:nvSpPr>
        <p:spPr>
          <a:xfrm>
            <a:off x="914401" y="4047286"/>
            <a:ext cx="5715000" cy="2234642"/>
          </a:xfrm>
          <a:prstGeom prst="rect">
            <a:avLst/>
          </a:prstGeom>
        </p:spPr>
        <p:txBody>
          <a:bodyPr vert="horz" lIns="91440" tIns="0" rIns="91440" bIns="0" rtlCol="0" anchor="t" anchorCtr="0">
            <a:normAutofit/>
          </a:bodyPr>
          <a:lstStyle>
            <a:defPPr>
              <a:defRPr lang="ja-JP"/>
            </a:defPPr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1" lang="ja-JP" sz="3600" b="1" kern="1200" cap="all" baseline="0">
                <a:solidFill>
                  <a:schemeClr val="accent6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algn="l">
              <a:spcBef>
                <a:spcPts val="576"/>
              </a:spcBef>
            </a:pPr>
            <a:r>
              <a:rPr kumimoji="1" lang="en-US" altLang="ja-JP" sz="2000" kern="1200" dirty="0">
                <a:latin typeface="Meiryo UI"/>
                <a:ea typeface="Meiryo UI"/>
                <a:cs typeface="+mn-cs"/>
              </a:rPr>
              <a:t>5E </a:t>
            </a:r>
            <a:r>
              <a:rPr lang="en-US" altLang="ja-JP" sz="2000" dirty="0">
                <a:latin typeface="Meiryo UI"/>
                <a:ea typeface="Meiryo UI"/>
                <a:cs typeface="+mn-cs"/>
              </a:rPr>
              <a:t>No.22</a:t>
            </a:r>
          </a:p>
          <a:p>
            <a:pPr algn="l">
              <a:spcBef>
                <a:spcPts val="576"/>
              </a:spcBef>
            </a:pPr>
            <a:r>
              <a:rPr lang="en-US" altLang="ja-JP" sz="2000" dirty="0">
                <a:latin typeface="Meiryo UI"/>
                <a:ea typeface="Meiryo UI"/>
                <a:cs typeface="+mn-cs"/>
              </a:rPr>
              <a:t>Masahichi miyakoshi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DF406-DBB7-57C7-F33D-61A726D5C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7C1E89A2-8F8B-C30E-5D67-4A877C56B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2749006"/>
            <a:ext cx="10671048" cy="1362057"/>
          </a:xfrm>
        </p:spPr>
        <p:txBody>
          <a:bodyPr/>
          <a:lstStyle/>
          <a:p>
            <a:pPr algn="l"/>
            <a:r>
              <a:rPr lang="en-US" altLang="ja-JP" sz="4400" dirty="0">
                <a:latin typeface="Meiryo UI"/>
                <a:ea typeface="Meiryo UI"/>
              </a:rPr>
              <a:t>Do you have stress?</a:t>
            </a:r>
            <a:endParaRPr lang="ja-JP" sz="44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6BE53DF-4B15-5D56-8785-94D66747B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8475" y="457199"/>
            <a:ext cx="987552" cy="24450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8F63A3B-78C7-47BE-AE5E-E10140E04643}" type="slidenum">
              <a:rPr lang="en-US" altLang="ja-JP" sz="1100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altLang="en-US" sz="110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C242D96-6D07-CEBD-F55A-267E183AEDD9}"/>
              </a:ext>
            </a:extLst>
          </p:cNvPr>
          <p:cNvSpPr txBox="1"/>
          <p:nvPr/>
        </p:nvSpPr>
        <p:spPr>
          <a:xfrm>
            <a:off x="757254" y="2152010"/>
            <a:ext cx="1066799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ja-JP" altLang="en-US" sz="2800" dirty="0">
              <a:latin typeface="Meiryo UI"/>
              <a:ea typeface="Meiryo UI"/>
            </a:endParaRPr>
          </a:p>
        </p:txBody>
      </p:sp>
    </p:spTree>
    <p:extLst>
      <p:ext uri="{BB962C8B-B14F-4D97-AF65-F5344CB8AC3E}">
        <p14:creationId xmlns:p14="http://schemas.microsoft.com/office/powerpoint/2010/main" val="599382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E68EE72F-208F-7E44-4ADD-C55B617F7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6720"/>
            <a:ext cx="10671048" cy="1362057"/>
          </a:xfrm>
        </p:spPr>
        <p:txBody>
          <a:bodyPr/>
          <a:lstStyle/>
          <a:p>
            <a:pPr algn="l"/>
            <a:r>
              <a:rPr lang="ja-JP" sz="3600">
                <a:latin typeface="Meiryo UI"/>
                <a:ea typeface="Meiryo UI"/>
              </a:rPr>
              <a:t>Purpose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479A683-6385-A61B-DB1E-447AC444B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8475" y="457199"/>
            <a:ext cx="987552" cy="24450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8F63A3B-78C7-47BE-AE5E-E10140E04643}" type="slidenum">
              <a:rPr lang="en-US" altLang="ja-JP" sz="1100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altLang="en-US" sz="110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E01E228-D8D6-D95A-CA35-C7B97FFB8D42}"/>
              </a:ext>
            </a:extLst>
          </p:cNvPr>
          <p:cNvSpPr txBox="1"/>
          <p:nvPr/>
        </p:nvSpPr>
        <p:spPr>
          <a:xfrm>
            <a:off x="757254" y="2152010"/>
            <a:ext cx="10667999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2800" dirty="0">
                <a:ea typeface="+mn-lt"/>
                <a:cs typeface="+mn-lt"/>
              </a:rPr>
              <a:t>・Analyze</a:t>
            </a:r>
            <a:r>
              <a:rPr lang="en-US" sz="2800" dirty="0">
                <a:ea typeface="+mn-lt"/>
                <a:cs typeface="+mn-lt"/>
              </a:rPr>
              <a:t> factors correlated with stress</a:t>
            </a:r>
            <a:endParaRPr lang="en-US" altLang="ja-JP" sz="2800" dirty="0">
              <a:ea typeface="+mn-lt"/>
              <a:cs typeface="+mn-lt"/>
            </a:endParaRPr>
          </a:p>
          <a:p>
            <a:endParaRPr lang="en-US" altLang="ja-JP" sz="2800" dirty="0">
              <a:ea typeface="+mn-lt"/>
              <a:cs typeface="+mn-lt"/>
            </a:endParaRPr>
          </a:p>
          <a:p>
            <a:r>
              <a:rPr lang="en-US" altLang="ja-JP" sz="2800" dirty="0">
                <a:ea typeface="+mn-lt"/>
                <a:cs typeface="+mn-lt"/>
              </a:rPr>
              <a:t>・Quantify</a:t>
            </a:r>
            <a:r>
              <a:rPr lang="ja-JP" altLang="en-US" sz="2800" dirty="0">
                <a:ea typeface="+mn-lt"/>
                <a:cs typeface="+mn-lt"/>
              </a:rPr>
              <a:t> </a:t>
            </a:r>
            <a:r>
              <a:rPr lang="en-US" altLang="ja-JP" sz="2800" dirty="0">
                <a:ea typeface="+mn-lt"/>
                <a:cs typeface="+mn-lt"/>
              </a:rPr>
              <a:t>your</a:t>
            </a:r>
            <a:r>
              <a:rPr lang="ja-JP" altLang="en-US" sz="2800" dirty="0">
                <a:ea typeface="+mn-lt"/>
                <a:cs typeface="+mn-lt"/>
              </a:rPr>
              <a:t> </a:t>
            </a:r>
            <a:r>
              <a:rPr lang="en-US" altLang="ja-JP" sz="2800" dirty="0">
                <a:ea typeface="+mn-lt"/>
                <a:cs typeface="+mn-lt"/>
              </a:rPr>
              <a:t>current</a:t>
            </a:r>
            <a:r>
              <a:rPr lang="ja-JP" altLang="en-US" sz="2800" dirty="0">
                <a:ea typeface="+mn-lt"/>
                <a:cs typeface="+mn-lt"/>
              </a:rPr>
              <a:t> </a:t>
            </a:r>
            <a:r>
              <a:rPr lang="en-US" altLang="ja-JP" sz="2800" dirty="0">
                <a:ea typeface="+mn-lt"/>
                <a:cs typeface="+mn-lt"/>
              </a:rPr>
              <a:t>stress</a:t>
            </a:r>
            <a:r>
              <a:rPr lang="ja-JP" altLang="en-US" sz="2800" dirty="0">
                <a:ea typeface="+mn-lt"/>
                <a:cs typeface="+mn-lt"/>
              </a:rPr>
              <a:t> </a:t>
            </a:r>
            <a:r>
              <a:rPr lang="en-US" altLang="ja-JP" sz="2800" dirty="0">
                <a:ea typeface="+mn-lt"/>
                <a:cs typeface="+mn-lt"/>
              </a:rPr>
              <a:t>level</a:t>
            </a:r>
            <a:r>
              <a:rPr lang="ja-JP" altLang="en-US" sz="2800" dirty="0">
                <a:ea typeface="+mn-lt"/>
                <a:cs typeface="+mn-lt"/>
              </a:rPr>
              <a:t> </a:t>
            </a:r>
            <a:r>
              <a:rPr lang="en-US" altLang="ja-JP" sz="2800" dirty="0">
                <a:ea typeface="+mn-lt"/>
                <a:cs typeface="+mn-lt"/>
              </a:rPr>
              <a:t>to</a:t>
            </a:r>
            <a:r>
              <a:rPr lang="ja-JP" altLang="en-US" sz="2800" dirty="0">
                <a:ea typeface="+mn-lt"/>
                <a:cs typeface="+mn-lt"/>
              </a:rPr>
              <a:t> </a:t>
            </a:r>
            <a:r>
              <a:rPr lang="en-US" altLang="ja-JP" sz="2800" dirty="0">
                <a:ea typeface="+mn-lt"/>
                <a:cs typeface="+mn-lt"/>
              </a:rPr>
              <a:t>assess</a:t>
            </a:r>
            <a:r>
              <a:rPr lang="ja-JP" altLang="en-US" sz="2800" dirty="0">
                <a:ea typeface="+mn-lt"/>
                <a:cs typeface="+mn-lt"/>
              </a:rPr>
              <a:t> </a:t>
            </a:r>
            <a:r>
              <a:rPr lang="en-US" altLang="ja-JP" sz="2800" dirty="0">
                <a:ea typeface="+mn-lt"/>
                <a:cs typeface="+mn-lt"/>
              </a:rPr>
              <a:t>your</a:t>
            </a:r>
            <a:r>
              <a:rPr lang="ja-JP" altLang="en-US" sz="2800" dirty="0">
                <a:ea typeface="+mn-lt"/>
                <a:cs typeface="+mn-lt"/>
              </a:rPr>
              <a:t> </a:t>
            </a:r>
            <a:r>
              <a:rPr lang="en-US" altLang="ja-JP" sz="2800" dirty="0">
                <a:ea typeface="+mn-lt"/>
                <a:cs typeface="+mn-lt"/>
              </a:rPr>
              <a:t>physical</a:t>
            </a:r>
            <a:r>
              <a:rPr lang="ja-JP" altLang="en-US" sz="2800" dirty="0">
                <a:ea typeface="+mn-lt"/>
                <a:cs typeface="+mn-lt"/>
              </a:rPr>
              <a:t> </a:t>
            </a:r>
            <a:r>
              <a:rPr lang="en-US" altLang="ja-JP" sz="2800" dirty="0">
                <a:ea typeface="+mn-lt"/>
                <a:cs typeface="+mn-lt"/>
              </a:rPr>
              <a:t>condition</a:t>
            </a:r>
            <a:r>
              <a:rPr lang="ja-JP" altLang="en-US" sz="2800" dirty="0">
                <a:ea typeface="+mn-lt"/>
                <a:cs typeface="+mn-lt"/>
              </a:rPr>
              <a:t> </a:t>
            </a:r>
            <a:r>
              <a:rPr lang="en-US" altLang="ja-JP" sz="2800" dirty="0">
                <a:ea typeface="+mn-lt"/>
                <a:cs typeface="+mn-lt"/>
              </a:rPr>
              <a:t>objectively.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03840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527A4-FBC8-7EDC-AC29-152CF6AF2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EC894F71-DF88-7339-59BF-4D99FD674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6720"/>
            <a:ext cx="10671048" cy="1362057"/>
          </a:xfrm>
        </p:spPr>
        <p:txBody>
          <a:bodyPr/>
          <a:lstStyle/>
          <a:p>
            <a:pPr algn="l"/>
            <a:r>
              <a:rPr lang="ja-JP" sz="3600">
                <a:latin typeface="Meiryo UI"/>
                <a:ea typeface="Meiryo UI"/>
              </a:rPr>
              <a:t>Data used for machine learning</a:t>
            </a:r>
            <a:endParaRPr lang="ja-JP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C1E74DA-5FFE-1893-CA77-DB3BEC1E4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8475" y="457199"/>
            <a:ext cx="987552" cy="24450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8F63A3B-78C7-47BE-AE5E-E10140E04643}" type="slidenum">
              <a:rPr lang="en-US" altLang="ja-JP" sz="1100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altLang="en-US" sz="110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E8FF8E3-CAED-05D9-B98A-C3BDE3244015}"/>
              </a:ext>
            </a:extLst>
          </p:cNvPr>
          <p:cNvSpPr txBox="1"/>
          <p:nvPr/>
        </p:nvSpPr>
        <p:spPr>
          <a:xfrm>
            <a:off x="757254" y="2152010"/>
            <a:ext cx="1066799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ja-JP" altLang="en-US" sz="2800" dirty="0">
              <a:latin typeface="Meiryo UI"/>
              <a:ea typeface="Meiryo UI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95E63EE-C497-C2CD-0285-6026D5FAC496}"/>
              </a:ext>
            </a:extLst>
          </p:cNvPr>
          <p:cNvSpPr txBox="1"/>
          <p:nvPr/>
        </p:nvSpPr>
        <p:spPr>
          <a:xfrm>
            <a:off x="757254" y="2152010"/>
            <a:ext cx="10667999" cy="33855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>
                <a:ea typeface="+mn-lt"/>
                <a:cs typeface="+mn-lt"/>
              </a:rPr>
              <a:t>Title: </a:t>
            </a:r>
            <a:r>
              <a:rPr lang="ja-JP" sz="2800">
                <a:ea typeface="+mn-lt"/>
                <a:cs typeface="+mn-lt"/>
              </a:rPr>
              <a:t>Sleep_health_and_lifestyle_dataset.csv</a:t>
            </a:r>
            <a:endParaRPr lang="ja-JP" altLang="en-US" sz="2800" dirty="0">
              <a:ea typeface="+mn-lt"/>
              <a:cs typeface="+mn-lt"/>
            </a:endParaRPr>
          </a:p>
          <a:p>
            <a:endParaRPr lang="ja-JP" altLang="en-US" sz="2800" dirty="0">
              <a:ea typeface="+mn-lt"/>
              <a:cs typeface="+mn-lt"/>
            </a:endParaRPr>
          </a:p>
          <a:p>
            <a:r>
              <a:rPr lang="en-US" altLang="ja-JP" sz="2800" dirty="0">
                <a:solidFill>
                  <a:srgbClr val="000000"/>
                </a:solidFill>
                <a:latin typeface="Meiryo UI "/>
                <a:ea typeface="+mn-lt"/>
                <a:cs typeface="Arial"/>
              </a:rPr>
              <a:t>Data size</a:t>
            </a:r>
            <a:r>
              <a:rPr lang="ja-JP" sz="2800">
                <a:ea typeface="+mn-lt"/>
                <a:cs typeface="+mn-lt"/>
              </a:rPr>
              <a:t>: 374 (Training: 299, Validation: 75)</a:t>
            </a:r>
            <a:endParaRPr lang="ja-JP">
              <a:ea typeface="+mn-lt"/>
              <a:cs typeface="+mn-lt"/>
            </a:endParaRPr>
          </a:p>
          <a:p>
            <a:endParaRPr lang="ja-JP"/>
          </a:p>
          <a:p>
            <a:r>
              <a:rPr lang="en-US" altLang="ja-JP" sz="2800" dirty="0">
                <a:solidFill>
                  <a:srgbClr val="000000"/>
                </a:solidFill>
                <a:latin typeface="Meiryo UI "/>
                <a:ea typeface="+mn-lt"/>
                <a:cs typeface="Arial"/>
              </a:rPr>
              <a:t>Features</a:t>
            </a:r>
            <a:r>
              <a:rPr lang="ja-JP" sz="2800">
                <a:ea typeface="+mn-lt"/>
                <a:cs typeface="+mn-lt"/>
              </a:rPr>
              <a:t>: </a:t>
            </a:r>
            <a:r>
              <a:rPr lang="en-US" altLang="ja-JP" sz="2800" dirty="0">
                <a:ea typeface="+mn-lt"/>
                <a:cs typeface="+mn-lt"/>
              </a:rPr>
              <a:t>11+</a:t>
            </a:r>
            <a:r>
              <a:rPr lang="en-US" altLang="ja-JP" sz="2800" dirty="0">
                <a:latin typeface="Meiryo UI"/>
                <a:ea typeface="Meiryo UI"/>
                <a:cs typeface="+mn-lt"/>
              </a:rPr>
              <a:t>Stress</a:t>
            </a:r>
            <a:r>
              <a:rPr lang="ja-JP" altLang="en-US" sz="2800" dirty="0">
                <a:latin typeface="Meiryo UI"/>
                <a:ea typeface="Meiryo UI"/>
                <a:cs typeface="+mn-lt"/>
              </a:rPr>
              <a:t> </a:t>
            </a:r>
            <a:r>
              <a:rPr lang="en-US" altLang="ja-JP" sz="2800" dirty="0">
                <a:latin typeface="Meiryo UI"/>
                <a:ea typeface="Meiryo UI"/>
                <a:cs typeface="+mn-lt"/>
              </a:rPr>
              <a:t>level</a:t>
            </a:r>
            <a:endParaRPr lang="ja-JP" altLang="en-US" dirty="0">
              <a:ea typeface="+mn-lt"/>
              <a:cs typeface="+mn-lt"/>
            </a:endParaRPr>
          </a:p>
          <a:p>
            <a:r>
              <a:rPr lang="en-US" altLang="ja-JP" sz="2800" dirty="0">
                <a:ea typeface="+mn-lt"/>
                <a:cs typeface="+mn-lt"/>
              </a:rPr>
              <a:t>(</a:t>
            </a:r>
            <a:r>
              <a:rPr lang="ja-JP" sz="2800">
                <a:ea typeface="+mn-lt"/>
                <a:cs typeface="+mn-lt"/>
              </a:rPr>
              <a:t>Gender, Age, Occupation, Sleep duration,</a:t>
            </a:r>
            <a:r>
              <a:rPr lang="ja-JP" altLang="en-US" sz="2800">
                <a:ea typeface="+mn-lt"/>
                <a:cs typeface="+mn-lt"/>
              </a:rPr>
              <a:t> </a:t>
            </a:r>
            <a:r>
              <a:rPr lang="ja-JP" sz="2800">
                <a:ea typeface="+mn-lt"/>
                <a:cs typeface="+mn-lt"/>
              </a:rPr>
              <a:t>Sleep quality, Physical activity level, Stress level, BMI category, </a:t>
            </a:r>
            <a:endParaRPr lang="ja-JP" altLang="en-US">
              <a:ea typeface="+mn-lt"/>
              <a:cs typeface="+mn-lt"/>
            </a:endParaRPr>
          </a:p>
          <a:p>
            <a:r>
              <a:rPr lang="ja-JP" sz="2800">
                <a:ea typeface="+mn-lt"/>
                <a:cs typeface="+mn-lt"/>
              </a:rPr>
              <a:t>Blood pressure, Heart rate, Step count, Sleep disorder</a:t>
            </a:r>
            <a:r>
              <a:rPr lang="en-US" altLang="ja-JP" sz="2800" dirty="0">
                <a:ea typeface="+mn-lt"/>
                <a:cs typeface="+mn-lt"/>
              </a:rPr>
              <a:t>)</a:t>
            </a:r>
            <a:endParaRPr lang="ja-JP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6028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4E599-2D0A-F3C9-22C8-6AC56B372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E2CA9253-5D5B-D5EB-69D9-8D2CF2852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6720"/>
            <a:ext cx="10671048" cy="1362057"/>
          </a:xfrm>
        </p:spPr>
        <p:txBody>
          <a:bodyPr/>
          <a:lstStyle/>
          <a:p>
            <a:pPr algn="l"/>
            <a:r>
              <a:rPr lang="ja-JP" sz="3600">
                <a:latin typeface="Meiryo UI"/>
                <a:ea typeface="Meiryo UI"/>
              </a:rPr>
              <a:t>correlation heat map</a:t>
            </a:r>
            <a:endParaRPr lang="ja-JP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A1A4F50-2F1E-08F4-DEC3-26832C61B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8475" y="457199"/>
            <a:ext cx="987552" cy="24450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8F63A3B-78C7-47BE-AE5E-E10140E04643}" type="slidenum">
              <a:rPr lang="en-US" altLang="ja-JP" sz="1100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 altLang="en-US" sz="110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D521F74-2594-2111-54C9-F7FA3B6E81AC}"/>
              </a:ext>
            </a:extLst>
          </p:cNvPr>
          <p:cNvSpPr txBox="1"/>
          <p:nvPr/>
        </p:nvSpPr>
        <p:spPr>
          <a:xfrm>
            <a:off x="757254" y="2152010"/>
            <a:ext cx="1066799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ja-JP" altLang="en-US" sz="2800" dirty="0">
              <a:latin typeface="Meiryo UI"/>
              <a:ea typeface="Meiryo UI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1F83D9D-4C99-50A4-0ABA-6557E35D81E1}"/>
              </a:ext>
            </a:extLst>
          </p:cNvPr>
          <p:cNvSpPr txBox="1"/>
          <p:nvPr/>
        </p:nvSpPr>
        <p:spPr>
          <a:xfrm>
            <a:off x="765628" y="5300494"/>
            <a:ext cx="106679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2400" dirty="0">
                <a:ea typeface="+mn-lt"/>
                <a:cs typeface="+mn-lt"/>
              </a:rPr>
              <a:t>D</a:t>
            </a:r>
            <a:r>
              <a:rPr lang="ja-JP" sz="2400">
                <a:ea typeface="+mn-lt"/>
                <a:cs typeface="+mn-lt"/>
              </a:rPr>
              <a:t>ata with a correlation </a:t>
            </a:r>
            <a:r>
              <a:rPr lang="en-US" altLang="ja-JP" sz="2400" dirty="0">
                <a:ea typeface="+mn-lt"/>
                <a:cs typeface="+mn-lt"/>
              </a:rPr>
              <a:t>coefficient</a:t>
            </a:r>
            <a:r>
              <a:rPr lang="ja-JP" altLang="en-US" sz="2400" dirty="0">
                <a:ea typeface="+mn-lt"/>
                <a:cs typeface="+mn-lt"/>
              </a:rPr>
              <a:t> </a:t>
            </a:r>
            <a:r>
              <a:rPr lang="en-US" altLang="ja-JP" sz="2400" dirty="0">
                <a:ea typeface="+mn-lt"/>
                <a:cs typeface="+mn-lt"/>
              </a:rPr>
              <a:t>absolute</a:t>
            </a:r>
            <a:r>
              <a:rPr lang="ja-JP" altLang="en-US" sz="2400" dirty="0">
                <a:ea typeface="+mn-lt"/>
                <a:cs typeface="+mn-lt"/>
              </a:rPr>
              <a:t> </a:t>
            </a:r>
            <a:r>
              <a:rPr lang="en-US" altLang="ja-JP" sz="2400" dirty="0">
                <a:ea typeface="+mn-lt"/>
                <a:cs typeface="+mn-lt"/>
              </a:rPr>
              <a:t>value</a:t>
            </a:r>
            <a:r>
              <a:rPr lang="ja-JP" altLang="en-US" sz="2400">
                <a:ea typeface="+mn-lt"/>
                <a:cs typeface="+mn-lt"/>
              </a:rPr>
              <a:t> </a:t>
            </a:r>
            <a:r>
              <a:rPr lang="ja-JP" sz="2400">
                <a:ea typeface="+mn-lt"/>
                <a:cs typeface="+mn-lt"/>
              </a:rPr>
              <a:t>of 0.3 or higher</a:t>
            </a:r>
            <a:r>
              <a:rPr lang="ja-JP" altLang="en-US" sz="2400">
                <a:ea typeface="+mn-lt"/>
                <a:cs typeface="+mn-lt"/>
              </a:rPr>
              <a:t> </a:t>
            </a:r>
            <a:r>
              <a:rPr lang="en-US" altLang="ja-JP" sz="2400" dirty="0">
                <a:ea typeface="+mn-lt"/>
                <a:cs typeface="+mn-lt"/>
              </a:rPr>
              <a:t>was</a:t>
            </a:r>
            <a:r>
              <a:rPr lang="ja-JP" altLang="en-US" sz="2400" dirty="0">
                <a:ea typeface="+mn-lt"/>
                <a:cs typeface="+mn-lt"/>
              </a:rPr>
              <a:t> </a:t>
            </a:r>
            <a:r>
              <a:rPr lang="en-US" altLang="ja-JP" sz="2400" dirty="0">
                <a:ea typeface="+mn-lt"/>
                <a:cs typeface="+mn-lt"/>
              </a:rPr>
              <a:t>selected</a:t>
            </a:r>
            <a:r>
              <a:rPr lang="ja-JP" sz="2400" dirty="0">
                <a:ea typeface="+mn-lt"/>
                <a:cs typeface="+mn-lt"/>
              </a:rPr>
              <a:t>.</a:t>
            </a:r>
            <a:endParaRPr lang="ja-JP" dirty="0">
              <a:ea typeface="+mn-lt"/>
              <a:cs typeface="+mn-lt"/>
            </a:endParaRPr>
          </a:p>
          <a:p>
            <a:r>
              <a:rPr lang="ja-JP" sz="2400">
                <a:ea typeface="+mn-lt"/>
                <a:cs typeface="+mn-lt"/>
              </a:rPr>
              <a:t>[</a:t>
            </a:r>
            <a:r>
              <a:rPr lang="ja-JP" altLang="en-US" sz="2400">
                <a:ea typeface="+mn-lt"/>
                <a:cs typeface="+mn-lt"/>
              </a:rPr>
              <a:t>‘</a:t>
            </a:r>
            <a:r>
              <a:rPr lang="ja-JP" sz="2400">
                <a:ea typeface="+mn-lt"/>
                <a:cs typeface="+mn-lt"/>
              </a:rPr>
              <a:t>Gender</a:t>
            </a:r>
            <a:r>
              <a:rPr lang="ja-JP" altLang="en-US" sz="2400">
                <a:ea typeface="+mn-lt"/>
                <a:cs typeface="+mn-lt"/>
              </a:rPr>
              <a:t>’</a:t>
            </a:r>
            <a:r>
              <a:rPr lang="ja-JP" sz="2400">
                <a:ea typeface="+mn-lt"/>
                <a:cs typeface="+mn-lt"/>
              </a:rPr>
              <a:t>, </a:t>
            </a:r>
            <a:r>
              <a:rPr lang="ja-JP" altLang="en-US" sz="2400">
                <a:ea typeface="+mn-lt"/>
                <a:cs typeface="+mn-lt"/>
              </a:rPr>
              <a:t>‘</a:t>
            </a:r>
            <a:r>
              <a:rPr lang="ja-JP" sz="2400">
                <a:ea typeface="+mn-lt"/>
                <a:cs typeface="+mn-lt"/>
              </a:rPr>
              <a:t>Age</a:t>
            </a:r>
            <a:r>
              <a:rPr lang="ja-JP" altLang="en-US" sz="2400">
                <a:ea typeface="+mn-lt"/>
                <a:cs typeface="+mn-lt"/>
              </a:rPr>
              <a:t>’</a:t>
            </a:r>
            <a:r>
              <a:rPr lang="ja-JP" sz="2400">
                <a:ea typeface="+mn-lt"/>
                <a:cs typeface="+mn-lt"/>
              </a:rPr>
              <a:t>, </a:t>
            </a:r>
            <a:r>
              <a:rPr lang="ja-JP" altLang="en-US" sz="2400">
                <a:ea typeface="+mn-lt"/>
                <a:cs typeface="+mn-lt"/>
              </a:rPr>
              <a:t>‘</a:t>
            </a:r>
            <a:r>
              <a:rPr lang="ja-JP" sz="2400">
                <a:ea typeface="+mn-lt"/>
                <a:cs typeface="+mn-lt"/>
              </a:rPr>
              <a:t>Sleep Duration</a:t>
            </a:r>
            <a:r>
              <a:rPr lang="ja-JP" altLang="en-US" sz="2400">
                <a:ea typeface="+mn-lt"/>
                <a:cs typeface="+mn-lt"/>
              </a:rPr>
              <a:t>’</a:t>
            </a:r>
            <a:r>
              <a:rPr lang="ja-JP" sz="2400">
                <a:ea typeface="+mn-lt"/>
                <a:cs typeface="+mn-lt"/>
              </a:rPr>
              <a:t>, </a:t>
            </a:r>
            <a:r>
              <a:rPr lang="ja-JP" altLang="en-US" sz="2400">
                <a:ea typeface="+mn-lt"/>
                <a:cs typeface="+mn-lt"/>
              </a:rPr>
              <a:t>‘</a:t>
            </a:r>
            <a:r>
              <a:rPr lang="ja-JP" sz="2400">
                <a:ea typeface="+mn-lt"/>
                <a:cs typeface="+mn-lt"/>
              </a:rPr>
              <a:t>Quality of Sleep</a:t>
            </a:r>
            <a:r>
              <a:rPr lang="ja-JP" altLang="en-US" sz="2400">
                <a:ea typeface="+mn-lt"/>
                <a:cs typeface="+mn-lt"/>
              </a:rPr>
              <a:t>’</a:t>
            </a:r>
            <a:r>
              <a:rPr lang="ja-JP" sz="2400">
                <a:ea typeface="+mn-lt"/>
                <a:cs typeface="+mn-lt"/>
              </a:rPr>
              <a:t>, </a:t>
            </a:r>
            <a:r>
              <a:rPr lang="ja-JP" altLang="en-US" sz="2400">
                <a:ea typeface="+mn-lt"/>
                <a:cs typeface="+mn-lt"/>
              </a:rPr>
              <a:t>‘</a:t>
            </a:r>
            <a:r>
              <a:rPr lang="ja-JP" sz="2400">
                <a:ea typeface="+mn-lt"/>
                <a:cs typeface="+mn-lt"/>
              </a:rPr>
              <a:t>Heart Rate’]</a:t>
            </a:r>
            <a:endParaRPr lang="ja-JP"/>
          </a:p>
        </p:txBody>
      </p:sp>
      <p:pic>
        <p:nvPicPr>
          <p:cNvPr id="2" name="図 1" descr="グラフ, ツリーマップ図&#10;&#10;AI 生成コンテンツは間違っている可能性があります。">
            <a:extLst>
              <a:ext uri="{FF2B5EF4-FFF2-40B4-BE49-F238E27FC236}">
                <a16:creationId xmlns:a16="http://schemas.microsoft.com/office/drawing/2014/main" id="{B1DEFC33-F57E-A47B-2B39-174EA314C0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439" r="193" b="50947"/>
          <a:stretch>
            <a:fillRect/>
          </a:stretch>
        </p:blipFill>
        <p:spPr>
          <a:xfrm>
            <a:off x="1117871" y="1885377"/>
            <a:ext cx="9931801" cy="1056823"/>
          </a:xfrm>
          <a:prstGeom prst="rect">
            <a:avLst/>
          </a:prstGeom>
        </p:spPr>
      </p:pic>
      <p:pic>
        <p:nvPicPr>
          <p:cNvPr id="5" name="図 4" descr="グラフ, ツリーマップ図&#10;&#10;AI 生成コンテンツは間違っている可能性があります。">
            <a:extLst>
              <a:ext uri="{FF2B5EF4-FFF2-40B4-BE49-F238E27FC236}">
                <a16:creationId xmlns:a16="http://schemas.microsoft.com/office/drawing/2014/main" id="{37168E7A-BBA2-8E72-EC7F-A9EF04E1CE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24" t="79647" r="286" b="-271"/>
          <a:stretch>
            <a:fillRect/>
          </a:stretch>
        </p:blipFill>
        <p:spPr>
          <a:xfrm>
            <a:off x="1121466" y="3024701"/>
            <a:ext cx="9934794" cy="188701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E7AD7BF-8323-1433-4CFA-6D4EA8FF40B8}"/>
              </a:ext>
            </a:extLst>
          </p:cNvPr>
          <p:cNvSpPr/>
          <p:nvPr/>
        </p:nvSpPr>
        <p:spPr>
          <a:xfrm>
            <a:off x="1770645" y="2105520"/>
            <a:ext cx="7939136" cy="5325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70674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D6760-13E0-C026-31A7-D00401D61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469ACAA5-11A2-3E44-E948-319DA7D36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6720"/>
            <a:ext cx="10671048" cy="1362057"/>
          </a:xfrm>
        </p:spPr>
        <p:txBody>
          <a:bodyPr/>
          <a:lstStyle/>
          <a:p>
            <a:pPr algn="l"/>
            <a:r>
              <a:rPr lang="ja-JP" sz="3600">
                <a:latin typeface="Meiryo UI"/>
                <a:ea typeface="Meiryo UI"/>
              </a:rPr>
              <a:t>Model Evaluation</a:t>
            </a:r>
            <a:endParaRPr lang="ja-JP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5ED406C-24F0-9CAE-7BCC-AD0262FA5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8475" y="457199"/>
            <a:ext cx="987552" cy="24450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8F63A3B-78C7-47BE-AE5E-E10140E04643}" type="slidenum">
              <a:rPr lang="en-US" altLang="ja-JP" sz="1100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 altLang="en-US" sz="110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06EE4E2-554E-067F-3EA1-30673C3549E6}"/>
              </a:ext>
            </a:extLst>
          </p:cNvPr>
          <p:cNvSpPr txBox="1"/>
          <p:nvPr/>
        </p:nvSpPr>
        <p:spPr>
          <a:xfrm>
            <a:off x="757254" y="2152010"/>
            <a:ext cx="1066799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ja-JP" altLang="en-US" sz="2800" dirty="0">
              <a:latin typeface="Meiryo UI"/>
              <a:ea typeface="Meiryo UI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91CCBB9-5112-67F5-1D8D-3DE32658E4B6}"/>
              </a:ext>
            </a:extLst>
          </p:cNvPr>
          <p:cNvSpPr txBox="1"/>
          <p:nvPr/>
        </p:nvSpPr>
        <p:spPr>
          <a:xfrm>
            <a:off x="8460755" y="4570692"/>
            <a:ext cx="274749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sz="2400">
                <a:solidFill>
                  <a:srgbClr val="000000"/>
                </a:solidFill>
                <a:ea typeface="+mn-lt"/>
                <a:cs typeface="+mn-lt"/>
              </a:rPr>
              <a:t>M</a:t>
            </a:r>
            <a:r>
              <a:rPr lang="en-US" altLang="ja-JP" sz="2400" dirty="0">
                <a:solidFill>
                  <a:srgbClr val="000000"/>
                </a:solidFill>
                <a:ea typeface="+mn-lt"/>
                <a:cs typeface="+mn-lt"/>
              </a:rPr>
              <a:t>AE </a:t>
            </a:r>
            <a:r>
              <a:rPr lang="ja-JP" sz="2400" dirty="0">
                <a:solidFill>
                  <a:srgbClr val="000000"/>
                </a:solidFill>
                <a:ea typeface="+mn-lt"/>
                <a:cs typeface="+mn-lt"/>
              </a:rPr>
              <a:t>: 0.</a:t>
            </a:r>
            <a:r>
              <a:rPr lang="en-US" altLang="ja-JP" sz="2400" dirty="0">
                <a:solidFill>
                  <a:srgbClr val="000000"/>
                </a:solidFill>
                <a:ea typeface="+mn-lt"/>
                <a:cs typeface="+mn-lt"/>
              </a:rPr>
              <a:t>051</a:t>
            </a:r>
            <a:endParaRPr lang="ja-JP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altLang="ja-JP" sz="2400" dirty="0">
                <a:solidFill>
                  <a:srgbClr val="000000"/>
                </a:solidFill>
                <a:ea typeface="+mn-lt"/>
                <a:cs typeface="+mn-lt"/>
              </a:rPr>
              <a:t>R2</a:t>
            </a:r>
            <a:r>
              <a:rPr lang="ja-JP" alt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ja-JP" sz="2400">
                <a:solidFill>
                  <a:srgbClr val="000000"/>
                </a:solidFill>
                <a:ea typeface="+mn-lt"/>
                <a:cs typeface="+mn-lt"/>
              </a:rPr>
              <a:t>S</a:t>
            </a:r>
            <a:r>
              <a:rPr lang="en-US" altLang="ja-JP" sz="2400" dirty="0">
                <a:solidFill>
                  <a:srgbClr val="000000"/>
                </a:solidFill>
                <a:ea typeface="+mn-lt"/>
                <a:cs typeface="+mn-lt"/>
              </a:rPr>
              <a:t>c</a:t>
            </a:r>
            <a:r>
              <a:rPr lang="ja-JP" sz="2400">
                <a:solidFill>
                  <a:srgbClr val="000000"/>
                </a:solidFill>
                <a:ea typeface="+mn-lt"/>
                <a:cs typeface="+mn-lt"/>
              </a:rPr>
              <a:t>ore</a:t>
            </a:r>
            <a:r>
              <a:rPr lang="ja-JP" alt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altLang="ja-JP" sz="2400" dirty="0">
                <a:solidFill>
                  <a:srgbClr val="000000"/>
                </a:solidFill>
                <a:ea typeface="+mn-lt"/>
                <a:cs typeface="+mn-lt"/>
              </a:rPr>
              <a:t>: 0.991</a:t>
            </a:r>
            <a:endParaRPr lang="ja-JP" dirty="0"/>
          </a:p>
        </p:txBody>
      </p:sp>
      <p:pic>
        <p:nvPicPr>
          <p:cNvPr id="7" name="図 6" descr="グラフ, 折れ線グラフ&#10;&#10;AI 生成コンテンツは間違っている可能性があります。">
            <a:extLst>
              <a:ext uri="{FF2B5EF4-FFF2-40B4-BE49-F238E27FC236}">
                <a16:creationId xmlns:a16="http://schemas.microsoft.com/office/drawing/2014/main" id="{39F2C655-D51C-3AA5-BFB1-4892A8D44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9085" y="1561853"/>
            <a:ext cx="4403099" cy="453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694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03142-BD73-9714-7C33-5EEB447A1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4756119-99CD-E1B0-4670-24693BEF4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2749006"/>
            <a:ext cx="10671048" cy="1362057"/>
          </a:xfrm>
        </p:spPr>
        <p:txBody>
          <a:bodyPr/>
          <a:lstStyle/>
          <a:p>
            <a:pPr algn="l"/>
            <a:r>
              <a:rPr lang="ja-JP" sz="4400">
                <a:latin typeface="Meiryo UI"/>
                <a:ea typeface="Meiryo UI"/>
              </a:rPr>
              <a:t>Let's actually </a:t>
            </a:r>
            <a:r>
              <a:rPr lang="en-US" altLang="ja-JP" sz="4400" dirty="0">
                <a:latin typeface="Meiryo UI"/>
                <a:ea typeface="Meiryo UI"/>
              </a:rPr>
              <a:t>using</a:t>
            </a:r>
            <a:r>
              <a:rPr lang="ja-JP" sz="4400">
                <a:latin typeface="Meiryo UI"/>
                <a:ea typeface="Meiryo UI"/>
              </a:rPr>
              <a:t> it!</a:t>
            </a:r>
            <a:endParaRPr lang="ja-JP" sz="4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BAA615E-1D70-683E-0D4A-489FF2C73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8475" y="457199"/>
            <a:ext cx="987552" cy="24450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8F63A3B-78C7-47BE-AE5E-E10140E04643}" type="slidenum">
              <a:rPr lang="en-US" altLang="ja-JP" sz="1100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altLang="en-US" sz="110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E341A51-BAA8-97DD-4BA5-BD7FDB3FFCD5}"/>
              </a:ext>
            </a:extLst>
          </p:cNvPr>
          <p:cNvSpPr txBox="1"/>
          <p:nvPr/>
        </p:nvSpPr>
        <p:spPr>
          <a:xfrm>
            <a:off x="757254" y="2152010"/>
            <a:ext cx="1066799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ja-JP" altLang="en-US" sz="2800" dirty="0">
              <a:latin typeface="Meiryo UI"/>
              <a:ea typeface="Meiryo UI"/>
            </a:endParaRPr>
          </a:p>
        </p:txBody>
      </p:sp>
    </p:spTree>
    <p:extLst>
      <p:ext uri="{BB962C8B-B14F-4D97-AF65-F5344CB8AC3E}">
        <p14:creationId xmlns:p14="http://schemas.microsoft.com/office/powerpoint/2010/main" val="1193284987"/>
      </p:ext>
    </p:extLst>
  </p:cSld>
  <p:clrMapOvr>
    <a:masterClrMapping/>
  </p:clrMapOvr>
</p:sld>
</file>

<file path=ppt/theme/theme1.xml><?xml version="1.0" encoding="utf-8"?>
<a:theme xmlns:a="http://schemas.openxmlformats.org/drawingml/2006/main" name="カスタム​​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Meiryo UI "/>
        <a:ea typeface=""/>
        <a:cs typeface="Meiryo UI "/>
      </a:majorFont>
      <a:minorFont>
        <a:latin typeface="Meiryo UI "/>
        <a:ea typeface=""/>
        <a:cs typeface="Meiryo UI 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8_TF78438558_Win32" id="{B1BE5F25-8936-448A-9ABA-83FBDC3B0D34}" vid="{CFDFD86F-D6B1-429A-8934-98C5387741A7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 " panose="020F0302020204030204"/>
        <a:ea typeface=""/>
        <a:cs typeface="Meiryo UI 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 " panose="020F0502020204030204"/>
        <a:ea typeface=""/>
        <a:cs typeface="Meiryo UI 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 " panose="020F0302020204030204"/>
        <a:ea typeface=""/>
        <a:cs typeface="Meiryo UI 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 " panose="020F0502020204030204"/>
        <a:ea typeface=""/>
        <a:cs typeface="Meiryo UI 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1267711-45d6-4520-b3bd-294b4afa32d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02161386C23CA64093C2F81052CCB12C" ma:contentTypeVersion="10" ma:contentTypeDescription="新しいドキュメントを作成します。" ma:contentTypeScope="" ma:versionID="d4d30b2fd569cda4b3b4c1e57f02e56e">
  <xsd:schema xmlns:xsd="http://www.w3.org/2001/XMLSchema" xmlns:xs="http://www.w3.org/2001/XMLSchema" xmlns:p="http://schemas.microsoft.com/office/2006/metadata/properties" xmlns:ns2="b1267711-45d6-4520-b3bd-294b4afa32d6" targetNamespace="http://schemas.microsoft.com/office/2006/metadata/properties" ma:root="true" ma:fieldsID="fa5c9ee8e6ea781ffe49b1cdf7f2de8a" ns2:_="">
    <xsd:import namespace="b1267711-45d6-4520-b3bd-294b4afa32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267711-45d6-4520-b3bd-294b4afa32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c1ec0f05-8db9-4cb4-a53b-b8806002f24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4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719FA4-954C-4FA8-82CB-206659C3B826}">
  <ds:schemaRefs>
    <ds:schemaRef ds:uri="b1267711-45d6-4520-b3bd-294b4afa32d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C32D980-691A-4C8B-917B-DD294DAAD11C}">
  <ds:schemaRefs>
    <ds:schemaRef ds:uri="b1267711-45d6-4520-b3bd-294b4afa32d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{AA790A5F-0D64-43D6-BA47-92A6BA3EE6FA}TF8a9b5915-b8c7-461e-8cdd-693d48b5e323669c3301_win32-d9a1fce8429a</Template>
  <Application>Microsoft Office PowerPoint</Application>
  <PresentationFormat>ワイド画面</PresentationFormat>
  <Slides>7</Slides>
  <Notes>7</Notes>
  <HiddenSlides>0</HiddenSlide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8" baseType="lpstr">
      <vt:lpstr>カスタム​​</vt:lpstr>
      <vt:lpstr>Your Life better!! ~Measure your stress levels~ </vt:lpstr>
      <vt:lpstr>Do you have stress?</vt:lpstr>
      <vt:lpstr>Purpose</vt:lpstr>
      <vt:lpstr>Data used for machine learning</vt:lpstr>
      <vt:lpstr>correlation heat map</vt:lpstr>
      <vt:lpstr>Model Evaluation</vt:lpstr>
      <vt:lpstr>Let's actually using 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基本的なプレゼンテーション</dc:title>
  <dc:subject/>
  <dc:creator>miyakoshi masamichi</dc:creator>
  <cp:revision>266</cp:revision>
  <dcterms:created xsi:type="dcterms:W3CDTF">2025-09-08T00:20:16Z</dcterms:created>
  <dcterms:modified xsi:type="dcterms:W3CDTF">2026-02-01T05:57:27Z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0x01010002161386C23CA64093C2F81052CCB12C</vt:lpwstr>
  </property>
  <property fmtid="{D5CDD505-2E9C-101B-9397-08002B2CF9AE}" pid="3" name="MediaServiceImageTags">
    <vt:lpwstr/>
  </property>
</Properties>
</file>